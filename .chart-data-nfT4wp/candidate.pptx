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4976a063494526" /><Relationship Type="http://schemas.openxmlformats.org/officeDocument/2006/relationships/extended-properties" Target="/docProps/app.xml" Id="Rcda692723d484352" /><Relationship Type="http://schemas.openxmlformats.org/officeDocument/2006/relationships/officeDocument" Target="/ppt/presentation.xml" Id="R717e228a47ba41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87ffd6c4fd46fe"/>
  </p:sldMasterIdLst>
  <p:notesMasterIdLst>
    <p:notesMasterId xmlns:r="http://schemas.openxmlformats.org/officeDocument/2006/relationships" r:id="Rb759e5ca48ae4798"/>
  </p:notesMasterIdLst>
  <p:sldIdLst>
    <p:sldId xmlns:r="http://schemas.openxmlformats.org/officeDocument/2006/relationships" id="256" r:id="Rdcfaac807c764a07"/>
    <p:sldId xmlns:r="http://schemas.openxmlformats.org/officeDocument/2006/relationships" id="257" r:id="R6bd705827812425b"/>
    <p:sldId xmlns:r="http://schemas.openxmlformats.org/officeDocument/2006/relationships" id="258" r:id="Rbfb7ea672c804ef2"/>
    <p:sldId xmlns:r="http://schemas.openxmlformats.org/officeDocument/2006/relationships" id="259" r:id="R5f41359b108f4d23"/>
    <p:sldId xmlns:r="http://schemas.openxmlformats.org/officeDocument/2006/relationships" id="260" r:id="R92ac46bdf0b045c7"/>
    <p:sldId xmlns:r="http://schemas.openxmlformats.org/officeDocument/2006/relationships" id="261" r:id="Raab74cbc0bd744c6"/>
    <p:sldId xmlns:r="http://schemas.openxmlformats.org/officeDocument/2006/relationships" id="262" r:id="R3c3f0f725c85456d"/>
    <p:sldId xmlns:r="http://schemas.openxmlformats.org/officeDocument/2006/relationships" id="263" r:id="Rf346aa32d7584f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2fbbe21e724f96" /><Relationship Type="http://schemas.openxmlformats.org/officeDocument/2006/relationships/slideMaster" Target="/ppt/slideMasters/slideMaster1.xml" Id="R5587ffd6c4fd46fe" /><Relationship Type="http://schemas.openxmlformats.org/officeDocument/2006/relationships/notesMaster" Target="/ppt/notesMasters/notesMaster1.xml" Id="Rb759e5ca48ae4798" /><Relationship Type="http://schemas.openxmlformats.org/officeDocument/2006/relationships/presProps" Target="/ppt/presProps.xml" Id="R484d591d5c7d46fb" /><Relationship Type="http://schemas.openxmlformats.org/officeDocument/2006/relationships/tableStyles" Target="/ppt/tableStyles.xml" Id="R5a47f3fa637f4a90" /><Relationship Type="http://schemas.openxmlformats.org/officeDocument/2006/relationships/slide" Target="/ppt/slides/slide1.xml" Id="Rdcfaac807c764a07" /><Relationship Type="http://schemas.openxmlformats.org/officeDocument/2006/relationships/slide" Target="/ppt/slides/slide2.xml" Id="R6bd705827812425b" /><Relationship Type="http://schemas.openxmlformats.org/officeDocument/2006/relationships/slide" Target="/ppt/slides/slide3.xml" Id="Rbfb7ea672c804ef2" /><Relationship Type="http://schemas.openxmlformats.org/officeDocument/2006/relationships/slide" Target="/ppt/slides/slide4.xml" Id="R5f41359b108f4d23" /><Relationship Type="http://schemas.openxmlformats.org/officeDocument/2006/relationships/slide" Target="/ppt/slides/slide5.xml" Id="R92ac46bdf0b045c7" /><Relationship Type="http://schemas.openxmlformats.org/officeDocument/2006/relationships/slide" Target="/ppt/slides/slide6.xml" Id="Raab74cbc0bd744c6" /><Relationship Type="http://schemas.openxmlformats.org/officeDocument/2006/relationships/slide" Target="/ppt/slides/slide7.xml" Id="R3c3f0f725c85456d" /><Relationship Type="http://schemas.openxmlformats.org/officeDocument/2006/relationships/slide" Target="/ppt/slides/slide8.xml" Id="Rf346aa32d7584f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e11a2450c144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0f568bb0c744bc" /><Relationship Type="http://schemas.openxmlformats.org/officeDocument/2006/relationships/notesMaster" Target="/ppt/notesMasters/notesMaster1.xml" Id="R2a13fc7ad29441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2ec989c79840ce" /><Relationship Type="http://schemas.openxmlformats.org/officeDocument/2006/relationships/notesMaster" Target="/ppt/notesMasters/notesMaster1.xml" Id="Rc40a74393c1444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abad8b9c7a4ff6" /><Relationship Type="http://schemas.openxmlformats.org/officeDocument/2006/relationships/notesMaster" Target="/ppt/notesMasters/notesMaster1.xml" Id="R71bc1a41a0f54e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b8b1faf5454e8b" /><Relationship Type="http://schemas.openxmlformats.org/officeDocument/2006/relationships/notesMaster" Target="/ppt/notesMasters/notesMaster1.xml" Id="R2d00af0c904f41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b859300a814785" /><Relationship Type="http://schemas.openxmlformats.org/officeDocument/2006/relationships/notesMaster" Target="/ppt/notesMasters/notesMaster1.xml" Id="R14e3f77da25c46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423bcad2864315" /><Relationship Type="http://schemas.openxmlformats.org/officeDocument/2006/relationships/notesMaster" Target="/ppt/notesMasters/notesMaster1.xml" Id="Raa834f2076424c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b94d25dcc641b7" /><Relationship Type="http://schemas.openxmlformats.org/officeDocument/2006/relationships/notesMaster" Target="/ppt/notesMasters/notesMaster1.xml" Id="R9c83283ee5084b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0c374ab3b34f41" /><Relationship Type="http://schemas.openxmlformats.org/officeDocument/2006/relationships/notesMaster" Target="/ppt/notesMasters/notesMaster1.xml" Id="R9a78a9cc01534e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Assignment4 -Multi-AZ Resilience.pdf</a:t>
            </a:r>
          </a:p>
          <a:p xmlns:a="http://schemas.openxmlformats.org/drawingml/2006/main">
            <a:r>
              <a:t>Course lab reference: EC2_ALB_ASG_MultiAZ_Resilience.pdf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lab04/create_app_stack.sh; EC2_ALB_ASG_MultiAZ_Resilience.pdf, Architecture 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image extracted from Assignment4 -Multi-AZ Resilience.pdf</a:t>
            </a:r>
          </a:p>
          <a:p xmlns:a="http://schemas.openxmlformats.org/drawingml/2006/main">
            <a:r>
              <a:t>Implementation: lab04/create_app_stack.sh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images extracted from Assignment4 -Multi-AZ Resilience.pdf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image extracted from Assignment4 -Multi-AZ Resilience.pdf</a:t>
            </a:r>
          </a:p>
          <a:p xmlns:a="http://schemas.openxmlformats.org/drawingml/2006/main">
            <a:r>
              <a:t>Configuration source: lab04/create_app_stack.sh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lab04/testing/chaos_test_uploader_1792080610.csv; lab04/testing/chaos_test_uploader_1792080780.csv</a:t>
            </a:r>
          </a:p>
          <a:p xmlns:a="http://schemas.openxmlformats.org/drawingml/2006/main">
            <a:r>
              <a:t>Console evidence extracted from Assignment4 -Multi-AZ Resilience.pdf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 source: lab04/testing/chaos_test.py</a:t>
            </a:r>
          </a:p>
          <a:p xmlns:a="http://schemas.openxmlformats.org/drawingml/2006/main">
            <a:r>
              <a:t>Timing source: lab04/testing/chaos_test_uploader_1792080610.csv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sources: lab04/create_app_stack.sh; lab04/delete_app_stack.sh</a:t>
            </a:r>
          </a:p>
          <a:p xmlns:a="http://schemas.openxmlformats.org/drawingml/2006/main">
            <a:r>
              <a:t>Cleanup evidence extracted from Assignment4 -Multi-AZ Resilience.pdf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e5514aed6a49e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238d96548048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61c9542702490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74dfae431b4de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a5e90d10f642b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7cf4ed87f744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3D41AA-E0DA-4547-B5CB-50AE794292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A9CEEAF-4E54-4C96-B7DB-8F7BD5637BA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6C87315-D86E-4A4D-8735-F0698AA2E3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79F84D-2081-48A6-9FC3-A1859DFE3A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993B285-6764-4B26-A434-F6F6996907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B6086E3-15C6-4887-978A-89976FEC91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8267DAD-3468-46EC-B203-834CBD9634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B7BB3D-5F24-44BF-853A-06C8FCCECC4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D46BDE-3A02-4106-901E-459EA6E3C0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E8CF6A-41E1-4663-958D-841C9B052A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eef8af2f7f4a7a" /><Relationship Type="http://schemas.openxmlformats.org/officeDocument/2006/relationships/slideLayout" Target="/ppt/slideLayouts/slideLayout1.xml" Id="R222472e318ac4b59" /><Relationship Type="http://schemas.openxmlformats.org/officeDocument/2006/relationships/slideLayout" Target="/ppt/slideLayouts/slideLayout2.xml" Id="R08dc13ec91c6438d" /><Relationship Type="http://schemas.openxmlformats.org/officeDocument/2006/relationships/slideLayout" Target="/ppt/slideLayouts/slideLayout3.xml" Id="R34d76603aee14002" /><Relationship Type="http://schemas.openxmlformats.org/officeDocument/2006/relationships/slideLayout" Target="/ppt/slideLayouts/slideLayout4.xml" Id="Rbb37414cb42d4913" /><Relationship Type="http://schemas.openxmlformats.org/officeDocument/2006/relationships/slideLayout" Target="/ppt/slideLayouts/slideLayout5.xml" Id="R457084e691084bb0" /><Relationship Type="http://schemas.openxmlformats.org/officeDocument/2006/relationships/slideLayout" Target="/ppt/slideLayouts/slideLayout6.xml" Id="R46c294be66c14f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2472e318ac4b59"/>
    <p:sldLayoutId xmlns:r="http://schemas.openxmlformats.org/officeDocument/2006/relationships" id="2147483650" r:id="R08dc13ec91c6438d"/>
    <p:sldLayoutId xmlns:r="http://schemas.openxmlformats.org/officeDocument/2006/relationships" id="2147483651" r:id="R34d76603aee14002"/>
    <p:sldLayoutId xmlns:r="http://schemas.openxmlformats.org/officeDocument/2006/relationships" id="2147483652" r:id="Rbb37414cb42d4913"/>
    <p:sldLayoutId xmlns:r="http://schemas.openxmlformats.org/officeDocument/2006/relationships" id="2147483653" r:id="R457084e691084bb0"/>
    <p:sldLayoutId xmlns:r="http://schemas.openxmlformats.org/officeDocument/2006/relationships" id="2147483654" r:id="R46c294be66c14f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a94e241317468d" /><Relationship Type="http://schemas.openxmlformats.org/officeDocument/2006/relationships/notesSlide" Target="/ppt/notesSlides/notesSlide1.xml" Id="R61b9087c7ab34f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5dc2aa65d74e16" /><Relationship Type="http://schemas.openxmlformats.org/officeDocument/2006/relationships/notesSlide" Target="/ppt/notesSlides/notesSlide2.xml" Id="R38c55dac3ff244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6ecb66709742cd" /><Relationship Type="http://schemas.openxmlformats.org/officeDocument/2006/relationships/image" Target="/ppt/media/image.png" Id="Rf2e4afd0569e4745" /><Relationship Type="http://schemas.openxmlformats.org/officeDocument/2006/relationships/notesSlide" Target="/ppt/notesSlides/notesSlide3.xml" Id="R6480fed65cb84c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a000a1373b49ea" /><Relationship Type="http://schemas.openxmlformats.org/officeDocument/2006/relationships/image" Target="/ppt/media/image2.png" Id="Rec7c2f5501974838" /><Relationship Type="http://schemas.openxmlformats.org/officeDocument/2006/relationships/image" Target="/ppt/media/image3.png" Id="R9a0a35e96bf94773" /><Relationship Type="http://schemas.openxmlformats.org/officeDocument/2006/relationships/notesSlide" Target="/ppt/notesSlides/notesSlide4.xml" Id="R856b11ef81f845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f447d3fbbc4774" /><Relationship Type="http://schemas.openxmlformats.org/officeDocument/2006/relationships/image" Target="/ppt/media/image4.png" Id="Rfc1e7f87e16c493e" /><Relationship Type="http://schemas.openxmlformats.org/officeDocument/2006/relationships/notesSlide" Target="/ppt/notesSlides/notesSlide5.xml" Id="R1161e731555b41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fdb438e6f24002" /><Relationship Type="http://schemas.openxmlformats.org/officeDocument/2006/relationships/chart" Target="/ppt/slides/charts/chart1.xml" Id="R042da0c9c7f849e6" /><Relationship Type="http://schemas.openxmlformats.org/officeDocument/2006/relationships/image" Target="/ppt/media/image5.png" Id="R3ef46b6b02554111" /><Relationship Type="http://schemas.openxmlformats.org/officeDocument/2006/relationships/image" Target="/ppt/media/image6.png" Id="R867966d869e14cf8" /><Relationship Type="http://schemas.openxmlformats.org/officeDocument/2006/relationships/notesSlide" Target="/ppt/notesSlides/notesSlide6.xml" Id="R9284e63f19a547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f9d08daa964671" /><Relationship Type="http://schemas.openxmlformats.org/officeDocument/2006/relationships/notesSlide" Target="/ppt/notesSlides/notesSlide7.xml" Id="R3a9ef5020f5448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54926ec6a14d23" /><Relationship Type="http://schemas.openxmlformats.org/officeDocument/2006/relationships/image" Target="/ppt/media/image7.png" Id="R6c968f42d75341d6" /><Relationship Type="http://schemas.openxmlformats.org/officeDocument/2006/relationships/notesSlide" Target="/ppt/notesSlides/notesSlide8.xml" Id="R2fbe325784134e2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Outage duration (seconds)</c:v>
          </c:tx>
          <c:spPr>
            <a:solidFill xmlns:a="http://schemas.openxmlformats.org/drawingml/2006/main">
              <a:srgbClr val="2563EB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180 s SLO run</c:v>
                </c:pt>
                <c:pt idx="1">
                  <c:v>60 s tightened SLO run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77.49</c:v>
                </c:pt>
                <c:pt idx="1">
                  <c:v>81.57</c:v>
                </c:pt>
              </c:numCache>
            </c:numRef>
          </c:val>
        </c:ser>
        <c:dLbls>
          <c:numFmt formatCode="0.00&quot; s&quot;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Seconds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9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ACCD4-D851-40AA-B702-C547D590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C9B00-F49E-43D6-A56A-B4494271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93C5FD"/>
                </a:solidFill>
              </a:defRPr>
            </a:defPPr>
            <a:lvl1pPr algn="l">
              <a:defRPr sz="1125" b="1">
                <a:solidFill>
                  <a:srgbClr val="93C5FD"/>
                </a:solidFill>
              </a:defRPr>
            </a:lvl1pPr>
            <a:lvl2pPr algn="l">
              <a:defRPr sz="1125" b="1">
                <a:solidFill>
                  <a:srgbClr val="93C5FD"/>
                </a:solidFill>
              </a:defRPr>
            </a:lvl2pPr>
            <a:lvl3pPr algn="l">
              <a:defRPr sz="1125" b="1">
                <a:solidFill>
                  <a:srgbClr val="93C5FD"/>
                </a:solidFill>
              </a:defRPr>
            </a:lvl3pPr>
            <a:lvl4pPr algn="l">
              <a:defRPr sz="1125" b="1">
                <a:solidFill>
                  <a:srgbClr val="93C5FD"/>
                </a:solidFill>
              </a:defRPr>
            </a:lvl4pPr>
            <a:lvl5pPr algn="l">
              <a:defRPr sz="1125" b="1">
                <a:solidFill>
                  <a:srgbClr val="93C5FD"/>
                </a:solidFill>
              </a:defRPr>
            </a:lvl5pPr>
            <a:lvl6pPr algn="l">
              <a:defRPr sz="1125" b="1">
                <a:solidFill>
                  <a:srgbClr val="93C5FD"/>
                </a:solidFill>
              </a:defRPr>
            </a:lvl6pPr>
            <a:lvl7pPr algn="l">
              <a:defRPr sz="1125" b="1">
                <a:solidFill>
                  <a:srgbClr val="93C5FD"/>
                </a:solidFill>
              </a:defRPr>
            </a:lvl7pPr>
            <a:lvl8pPr algn="l">
              <a:defRPr sz="1125" b="1">
                <a:solidFill>
                  <a:srgbClr val="93C5FD"/>
                </a:solidFill>
              </a:defRPr>
            </a:lvl8pPr>
            <a:lvl9pPr algn="l">
              <a:defRPr sz="1125" b="1">
                <a:solidFill>
                  <a:srgbClr val="93C5FD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93C5FD"/>
                </a:solidFill>
              </a:defRPr>
            </a:pPr>
            <a:r>
              <a:rPr sz="1125" b="1">
                <a:solidFill>
                  <a:srgbClr val="93C5FD"/>
                </a:solidFill>
              </a:rPr>
              <a:t>ITMO-444 · LAB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D4168-0CCC-4E88-AC62-EE009A7D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790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75" b="1">
                <a:solidFill>
                  <a:srgbClr val="FFFFFF"/>
                </a:solidFill>
              </a:defRPr>
            </a:defPPr>
            <a:lvl1pPr algn="l">
              <a:defRPr sz="3675" b="1">
                <a:solidFill>
                  <a:srgbClr val="FFFFFF"/>
                </a:solidFill>
              </a:defRPr>
            </a:lvl1pPr>
            <a:lvl2pPr algn="l">
              <a:defRPr sz="3675" b="1">
                <a:solidFill>
                  <a:srgbClr val="FFFFFF"/>
                </a:solidFill>
              </a:defRPr>
            </a:lvl2pPr>
            <a:lvl3pPr algn="l">
              <a:defRPr sz="3675" b="1">
                <a:solidFill>
                  <a:srgbClr val="FFFFFF"/>
                </a:solidFill>
              </a:defRPr>
            </a:lvl3pPr>
            <a:lvl4pPr algn="l">
              <a:defRPr sz="3675" b="1">
                <a:solidFill>
                  <a:srgbClr val="FFFFFF"/>
                </a:solidFill>
              </a:defRPr>
            </a:lvl4pPr>
            <a:lvl5pPr algn="l">
              <a:defRPr sz="3675" b="1">
                <a:solidFill>
                  <a:srgbClr val="FFFFFF"/>
                </a:solidFill>
              </a:defRPr>
            </a:lvl5pPr>
            <a:lvl6pPr algn="l">
              <a:defRPr sz="3675" b="1">
                <a:solidFill>
                  <a:srgbClr val="FFFFFF"/>
                </a:solidFill>
              </a:defRPr>
            </a:lvl6pPr>
            <a:lvl7pPr algn="l">
              <a:defRPr sz="3675" b="1">
                <a:solidFill>
                  <a:srgbClr val="FFFFFF"/>
                </a:solidFill>
              </a:defRPr>
            </a:lvl7pPr>
            <a:lvl8pPr algn="l">
              <a:defRPr sz="3675" b="1">
                <a:solidFill>
                  <a:srgbClr val="FFFFFF"/>
                </a:solidFill>
              </a:defRPr>
            </a:lvl8pPr>
            <a:lvl9pPr algn="l">
              <a:defRPr sz="36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Multi-AZ 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06B24-B911-403A-8640-C6B9582F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0">
                <a:solidFill>
                  <a:srgbClr val="CBD5E1"/>
                </a:solidFill>
              </a:defRPr>
            </a:defPPr>
            <a:lvl1pPr algn="l">
              <a:defRPr sz="2025" b="0">
                <a:solidFill>
                  <a:srgbClr val="CBD5E1"/>
                </a:solidFill>
              </a:defRPr>
            </a:lvl1pPr>
            <a:lvl2pPr algn="l">
              <a:defRPr sz="2025" b="0">
                <a:solidFill>
                  <a:srgbClr val="CBD5E1"/>
                </a:solidFill>
              </a:defRPr>
            </a:lvl2pPr>
            <a:lvl3pPr algn="l">
              <a:defRPr sz="2025" b="0">
                <a:solidFill>
                  <a:srgbClr val="CBD5E1"/>
                </a:solidFill>
              </a:defRPr>
            </a:lvl3pPr>
            <a:lvl4pPr algn="l">
              <a:defRPr sz="2025" b="0">
                <a:solidFill>
                  <a:srgbClr val="CBD5E1"/>
                </a:solidFill>
              </a:defRPr>
            </a:lvl4pPr>
            <a:lvl5pPr algn="l">
              <a:defRPr sz="2025" b="0">
                <a:solidFill>
                  <a:srgbClr val="CBD5E1"/>
                </a:solidFill>
              </a:defRPr>
            </a:lvl5pPr>
            <a:lvl6pPr algn="l">
              <a:defRPr sz="2025" b="0">
                <a:solidFill>
                  <a:srgbClr val="CBD5E1"/>
                </a:solidFill>
              </a:defRPr>
            </a:lvl6pPr>
            <a:lvl7pPr algn="l">
              <a:defRPr sz="2025" b="0">
                <a:solidFill>
                  <a:srgbClr val="CBD5E1"/>
                </a:solidFill>
              </a:defRPr>
            </a:lvl7pPr>
            <a:lvl8pPr algn="l">
              <a:defRPr sz="2025" b="0">
                <a:solidFill>
                  <a:srgbClr val="CBD5E1"/>
                </a:solidFill>
              </a:defRPr>
            </a:lvl8pPr>
            <a:lvl9pPr algn="l">
              <a:defRPr sz="2025" b="0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CBD5E1"/>
                </a:solidFill>
              </a:defRPr>
            </a:pPr>
            <a:r>
              <a:rPr sz="2025" b="0">
                <a:solidFill>
                  <a:srgbClr val="CBD5E1"/>
                </a:solidFill>
              </a:rPr>
              <a:t>ALB, Auto Scaling Groups, and recovery-time SLOs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2D882-4762-46B3-9F8A-94C6D936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</a:defRPr>
            </a:defPPr>
            <a:lvl1pPr algn="l">
              <a:defRPr sz="1650" b="1">
                <a:solidFill>
                  <a:srgbClr val="FFFFFF"/>
                </a:solidFill>
              </a:defRPr>
            </a:lvl1pPr>
            <a:lvl2pPr algn="l">
              <a:defRPr sz="1650" b="1">
                <a:solidFill>
                  <a:srgbClr val="FFFFFF"/>
                </a:solidFill>
              </a:defRPr>
            </a:lvl2pPr>
            <a:lvl3pPr algn="l">
              <a:defRPr sz="1650" b="1">
                <a:solidFill>
                  <a:srgbClr val="FFFFFF"/>
                </a:solidFill>
              </a:defRPr>
            </a:lvl3pPr>
            <a:lvl4pPr algn="l">
              <a:defRPr sz="1650" b="1">
                <a:solidFill>
                  <a:srgbClr val="FFFFFF"/>
                </a:solidFill>
              </a:defRPr>
            </a:lvl4pPr>
            <a:lvl5pPr algn="l">
              <a:defRPr sz="1650" b="1">
                <a:solidFill>
                  <a:srgbClr val="FFFFFF"/>
                </a:solidFill>
              </a:defRPr>
            </a:lvl5pPr>
            <a:lvl6pPr algn="l">
              <a:defRPr sz="1650" b="1">
                <a:solidFill>
                  <a:srgbClr val="FFFFFF"/>
                </a:solidFill>
              </a:defRPr>
            </a:lvl6pPr>
            <a:lvl7pPr algn="l">
              <a:defRPr sz="1650" b="1">
                <a:solidFill>
                  <a:srgbClr val="FFFFFF"/>
                </a:solidFill>
              </a:defRPr>
            </a:lvl7pPr>
            <a:lvl8pPr algn="l">
              <a:defRPr sz="1650" b="1">
                <a:solidFill>
                  <a:srgbClr val="FFFFFF"/>
                </a:solidFill>
              </a:defRPr>
            </a:lvl8pPr>
            <a:lvl9pPr algn="l"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Jay Han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A4363-80D9-4D02-8948-8AF70B84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93C5FD"/>
                </a:solidFill>
              </a:defRPr>
            </a:defPPr>
            <a:lvl1pPr algn="l">
              <a:defRPr sz="1200" b="0">
                <a:solidFill>
                  <a:srgbClr val="93C5FD"/>
                </a:solidFill>
              </a:defRPr>
            </a:lvl1pPr>
            <a:lvl2pPr algn="l">
              <a:defRPr sz="1200" b="0">
                <a:solidFill>
                  <a:srgbClr val="93C5FD"/>
                </a:solidFill>
              </a:defRPr>
            </a:lvl2pPr>
            <a:lvl3pPr algn="l">
              <a:defRPr sz="1200" b="0">
                <a:solidFill>
                  <a:srgbClr val="93C5FD"/>
                </a:solidFill>
              </a:defRPr>
            </a:lvl3pPr>
            <a:lvl4pPr algn="l">
              <a:defRPr sz="1200" b="0">
                <a:solidFill>
                  <a:srgbClr val="93C5FD"/>
                </a:solidFill>
              </a:defRPr>
            </a:lvl4pPr>
            <a:lvl5pPr algn="l">
              <a:defRPr sz="1200" b="0">
                <a:solidFill>
                  <a:srgbClr val="93C5FD"/>
                </a:solidFill>
              </a:defRPr>
            </a:lvl5pPr>
            <a:lvl6pPr algn="l">
              <a:defRPr sz="1200" b="0">
                <a:solidFill>
                  <a:srgbClr val="93C5FD"/>
                </a:solidFill>
              </a:defRPr>
            </a:lvl6pPr>
            <a:lvl7pPr algn="l">
              <a:defRPr sz="1200" b="0">
                <a:solidFill>
                  <a:srgbClr val="93C5FD"/>
                </a:solidFill>
              </a:defRPr>
            </a:lvl7pPr>
            <a:lvl8pPr algn="l">
              <a:defRPr sz="1200" b="0">
                <a:solidFill>
                  <a:srgbClr val="93C5FD"/>
                </a:solidFill>
              </a:defRPr>
            </a:lvl8pPr>
            <a:lvl9pPr algn="l">
              <a:defRPr sz="1200" b="0">
                <a:solidFill>
                  <a:srgbClr val="93C5FD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3C5FD"/>
                </a:solidFill>
              </a:defRPr>
            </a:pPr>
            <a:r>
              <a:rPr sz="1200" b="0">
                <a:solidFill>
                  <a:srgbClr val="93C5FD"/>
                </a:solidFill>
              </a:rPr>
              <a:t>jhan38@hawk.illinoistech.edu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98A3F-3242-4ED6-A93E-DAAE555E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14400"/>
            <a:ext cx="2381250" cy="4762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FF2542-16AF-4AA5-9E86-54726D7D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430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850" b="1">
                <a:solidFill>
                  <a:srgbClr val="06B6D4"/>
                </a:solidFill>
              </a:defRPr>
            </a:defPPr>
            <a:lvl1pPr algn="ctr">
              <a:defRPr sz="2850" b="1">
                <a:solidFill>
                  <a:srgbClr val="06B6D4"/>
                </a:solidFill>
              </a:defRPr>
            </a:lvl1pPr>
            <a:lvl2pPr algn="ctr">
              <a:defRPr sz="2850" b="1">
                <a:solidFill>
                  <a:srgbClr val="06B6D4"/>
                </a:solidFill>
              </a:defRPr>
            </a:lvl2pPr>
            <a:lvl3pPr algn="ctr">
              <a:defRPr sz="2850" b="1">
                <a:solidFill>
                  <a:srgbClr val="06B6D4"/>
                </a:solidFill>
              </a:defRPr>
            </a:lvl3pPr>
            <a:lvl4pPr algn="ctr">
              <a:defRPr sz="2850" b="1">
                <a:solidFill>
                  <a:srgbClr val="06B6D4"/>
                </a:solidFill>
              </a:defRPr>
            </a:lvl4pPr>
            <a:lvl5pPr algn="ctr">
              <a:defRPr sz="2850" b="1">
                <a:solidFill>
                  <a:srgbClr val="06B6D4"/>
                </a:solidFill>
              </a:defRPr>
            </a:lvl5pPr>
            <a:lvl6pPr algn="ctr">
              <a:defRPr sz="2850" b="1">
                <a:solidFill>
                  <a:srgbClr val="06B6D4"/>
                </a:solidFill>
              </a:defRPr>
            </a:lvl6pPr>
            <a:lvl7pPr algn="ctr">
              <a:defRPr sz="2850" b="1">
                <a:solidFill>
                  <a:srgbClr val="06B6D4"/>
                </a:solidFill>
              </a:defRPr>
            </a:lvl7pPr>
            <a:lvl8pPr algn="ctr">
              <a:defRPr sz="2850" b="1">
                <a:solidFill>
                  <a:srgbClr val="06B6D4"/>
                </a:solidFill>
              </a:defRPr>
            </a:lvl8pPr>
            <a:lvl9pPr algn="ctr">
              <a:defRPr sz="2850" b="1">
                <a:solidFill>
                  <a:srgbClr val="06B6D4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6B6D4"/>
                </a:solidFill>
              </a:defRPr>
            </a:pPr>
            <a:r>
              <a:rPr sz="2850" b="1">
                <a:solidFill>
                  <a:srgbClr val="06B6D4"/>
                </a:solidFill>
              </a:rPr>
              <a:t>2 AZs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D6B707-398F-4D10-B179-C42501A1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431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</a:defRPr>
            </a:defPPr>
            <a:lvl1pPr algn="ctr">
              <a:defRPr sz="1350" b="0">
                <a:solidFill>
                  <a:srgbClr val="FFFFFF"/>
                </a:solidFill>
              </a:defRPr>
            </a:lvl1pPr>
            <a:lvl2pPr algn="ctr">
              <a:defRPr sz="1350" b="0">
                <a:solidFill>
                  <a:srgbClr val="FFFFFF"/>
                </a:solidFill>
              </a:defRPr>
            </a:lvl2pPr>
            <a:lvl3pPr algn="ctr">
              <a:defRPr sz="1350" b="0">
                <a:solidFill>
                  <a:srgbClr val="FFFFFF"/>
                </a:solidFill>
              </a:defRPr>
            </a:lvl3pPr>
            <a:lvl4pPr algn="ctr">
              <a:defRPr sz="1350" b="0">
                <a:solidFill>
                  <a:srgbClr val="FFFFFF"/>
                </a:solidFill>
              </a:defRPr>
            </a:lvl4pPr>
            <a:lvl5pPr algn="ctr">
              <a:defRPr sz="1350" b="0">
                <a:solidFill>
                  <a:srgbClr val="FFFFFF"/>
                </a:solidFill>
              </a:defRPr>
            </a:lvl5pPr>
            <a:lvl6pPr algn="ctr">
              <a:defRPr sz="1350" b="0">
                <a:solidFill>
                  <a:srgbClr val="FFFFFF"/>
                </a:solidFill>
              </a:defRPr>
            </a:lvl6pPr>
            <a:lvl7pPr algn="ctr">
              <a:defRPr sz="1350" b="0">
                <a:solidFill>
                  <a:srgbClr val="FFFFFF"/>
                </a:solidFill>
              </a:defRPr>
            </a:lvl7pPr>
            <a:lvl8pPr algn="ctr">
              <a:defRPr sz="1350" b="0">
                <a:solidFill>
                  <a:srgbClr val="FFFFFF"/>
                </a:solidFill>
              </a:defRPr>
            </a:lvl8pPr>
            <a:lvl9pPr algn="ctr"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1 stable ALB endpoint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10A0A7-AA04-477B-8B3D-C0FE5650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ACCCEF-E7FB-4EB7-BF8F-5FE1A137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242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550" b="1">
                <a:solidFill>
                  <a:srgbClr val="86EFAC"/>
                </a:solidFill>
              </a:defRPr>
            </a:defPPr>
            <a:lvl1pPr algn="ctr">
              <a:defRPr sz="2550" b="1">
                <a:solidFill>
                  <a:srgbClr val="86EFAC"/>
                </a:solidFill>
              </a:defRPr>
            </a:lvl1pPr>
            <a:lvl2pPr algn="ctr">
              <a:defRPr sz="2550" b="1">
                <a:solidFill>
                  <a:srgbClr val="86EFAC"/>
                </a:solidFill>
              </a:defRPr>
            </a:lvl2pPr>
            <a:lvl3pPr algn="ctr">
              <a:defRPr sz="2550" b="1">
                <a:solidFill>
                  <a:srgbClr val="86EFAC"/>
                </a:solidFill>
              </a:defRPr>
            </a:lvl3pPr>
            <a:lvl4pPr algn="ctr">
              <a:defRPr sz="2550" b="1">
                <a:solidFill>
                  <a:srgbClr val="86EFAC"/>
                </a:solidFill>
              </a:defRPr>
            </a:lvl4pPr>
            <a:lvl5pPr algn="ctr">
              <a:defRPr sz="2550" b="1">
                <a:solidFill>
                  <a:srgbClr val="86EFAC"/>
                </a:solidFill>
              </a:defRPr>
            </a:lvl5pPr>
            <a:lvl6pPr algn="ctr">
              <a:defRPr sz="2550" b="1">
                <a:solidFill>
                  <a:srgbClr val="86EFAC"/>
                </a:solidFill>
              </a:defRPr>
            </a:lvl6pPr>
            <a:lvl7pPr algn="ctr">
              <a:defRPr sz="2550" b="1">
                <a:solidFill>
                  <a:srgbClr val="86EFAC"/>
                </a:solidFill>
              </a:defRPr>
            </a:lvl7pPr>
            <a:lvl8pPr algn="ctr">
              <a:defRPr sz="2550" b="1">
                <a:solidFill>
                  <a:srgbClr val="86EFAC"/>
                </a:solidFill>
              </a:defRPr>
            </a:lvl8pPr>
            <a:lvl9pPr algn="ctr">
              <a:defRPr sz="2550" b="1">
                <a:solidFill>
                  <a:srgbClr val="86EFAC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86EFAC"/>
                </a:solidFill>
              </a:defRPr>
            </a:pPr>
            <a:r>
              <a:rPr sz="2550" b="1">
                <a:solidFill>
                  <a:srgbClr val="86EFAC"/>
                </a:solidFill>
              </a:rPr>
              <a:t>77.49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F9686-491F-468E-9362-3FDA202A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0">
                <a:solidFill>
                  <a:srgbClr val="CBD5E1"/>
                </a:solidFill>
              </a:defRPr>
            </a:defPPr>
            <a:lvl1pPr algn="ctr">
              <a:defRPr sz="1200" b="0">
                <a:solidFill>
                  <a:srgbClr val="CBD5E1"/>
                </a:solidFill>
              </a:defRPr>
            </a:lvl1pPr>
            <a:lvl2pPr algn="ctr">
              <a:defRPr sz="1200" b="0">
                <a:solidFill>
                  <a:srgbClr val="CBD5E1"/>
                </a:solidFill>
              </a:defRPr>
            </a:lvl2pPr>
            <a:lvl3pPr algn="ctr">
              <a:defRPr sz="1200" b="0">
                <a:solidFill>
                  <a:srgbClr val="CBD5E1"/>
                </a:solidFill>
              </a:defRPr>
            </a:lvl3pPr>
            <a:lvl4pPr algn="ctr">
              <a:defRPr sz="1200" b="0">
                <a:solidFill>
                  <a:srgbClr val="CBD5E1"/>
                </a:solidFill>
              </a:defRPr>
            </a:lvl4pPr>
            <a:lvl5pPr algn="ctr">
              <a:defRPr sz="1200" b="0">
                <a:solidFill>
                  <a:srgbClr val="CBD5E1"/>
                </a:solidFill>
              </a:defRPr>
            </a:lvl5pPr>
            <a:lvl6pPr algn="ctr">
              <a:defRPr sz="1200" b="0">
                <a:solidFill>
                  <a:srgbClr val="CBD5E1"/>
                </a:solidFill>
              </a:defRPr>
            </a:lvl6pPr>
            <a:lvl7pPr algn="ctr">
              <a:defRPr sz="1200" b="0">
                <a:solidFill>
                  <a:srgbClr val="CBD5E1"/>
                </a:solidFill>
              </a:defRPr>
            </a:lvl7pPr>
            <a:lvl8pPr algn="ctr">
              <a:defRPr sz="1200" b="0">
                <a:solidFill>
                  <a:srgbClr val="CBD5E1"/>
                </a:solidFill>
              </a:defRPr>
            </a:lvl8pPr>
            <a:lvl9pPr algn="ctr">
              <a:defRPr sz="1200" b="0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measured outage</a:t>
            </a:r>
          </a:p>
        </p:txBody>
      </p:sp>
    </p:spTree>
    <p:extLst>
      <p:ext uri="{BB962C8B-B14F-4D97-AF65-F5344CB8AC3E}">
        <p14:creationId xmlns:p14="http://schemas.microsoft.com/office/powerpoint/2010/main" val="13410908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4C567A-50A6-4BFE-93B7-1133EB0D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119D5-4E06-4E5C-99BD-69106AC4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Multi-AZ application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44851-0068-421B-97AA-BAB4E967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AEF4F-5E80-4E60-A5EC-2E49B955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>
                <a:solidFill>
                  <a:srgbClr val="64748B"/>
                </a:solidFill>
              </a:defRPr>
            </a:defPPr>
            <a:lvl1pPr algn="ctr">
              <a:defRPr sz="1425" b="1">
                <a:solidFill>
                  <a:srgbClr val="64748B"/>
                </a:solidFill>
              </a:defRPr>
            </a:lvl1pPr>
            <a:lvl2pPr algn="ctr">
              <a:defRPr sz="1425" b="1">
                <a:solidFill>
                  <a:srgbClr val="64748B"/>
                </a:solidFill>
              </a:defRPr>
            </a:lvl2pPr>
            <a:lvl3pPr algn="ctr">
              <a:defRPr sz="1425" b="1">
                <a:solidFill>
                  <a:srgbClr val="64748B"/>
                </a:solidFill>
              </a:defRPr>
            </a:lvl3pPr>
            <a:lvl4pPr algn="ctr">
              <a:defRPr sz="1425" b="1">
                <a:solidFill>
                  <a:srgbClr val="64748B"/>
                </a:solidFill>
              </a:defRPr>
            </a:lvl4pPr>
            <a:lvl5pPr algn="ctr">
              <a:defRPr sz="1425" b="1">
                <a:solidFill>
                  <a:srgbClr val="64748B"/>
                </a:solidFill>
              </a:defRPr>
            </a:lvl5pPr>
            <a:lvl6pPr algn="ctr">
              <a:defRPr sz="1425" b="1">
                <a:solidFill>
                  <a:srgbClr val="64748B"/>
                </a:solidFill>
              </a:defRPr>
            </a:lvl6pPr>
            <a:lvl7pPr algn="ctr">
              <a:defRPr sz="1425" b="1">
                <a:solidFill>
                  <a:srgbClr val="64748B"/>
                </a:solidFill>
              </a:defRPr>
            </a:lvl7pPr>
            <a:lvl8pPr algn="ctr">
              <a:defRPr sz="1425" b="1">
                <a:solidFill>
                  <a:srgbClr val="64748B"/>
                </a:solidFill>
              </a:defRPr>
            </a:lvl8pPr>
            <a:lvl9pPr algn="ctr">
              <a:defRPr sz="14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64748B"/>
                </a:solidFill>
              </a:defRPr>
            </a:pPr>
            <a:r>
              <a:rPr sz="1425" b="1">
                <a:solidFill>
                  <a:srgbClr val="64748B"/>
                </a:solidFill>
              </a:rPr>
              <a:t>Internet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54AFD-07AC-422B-8024-91A9C33A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428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37732-2D1F-4DA8-B2B0-B61A5CF7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Clients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ED10C-BC69-44F5-A0B5-CEB26B1E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64748B"/>
                </a:solidFill>
              </a:defRPr>
            </a:defPPr>
            <a:lvl1pPr algn="ctr">
              <a:defRPr sz="1125" b="0">
                <a:solidFill>
                  <a:srgbClr val="64748B"/>
                </a:solidFill>
              </a:defRPr>
            </a:lvl1pPr>
            <a:lvl2pPr algn="ctr">
              <a:defRPr sz="1125" b="0">
                <a:solidFill>
                  <a:srgbClr val="64748B"/>
                </a:solidFill>
              </a:defRPr>
            </a:lvl2pPr>
            <a:lvl3pPr algn="ctr">
              <a:defRPr sz="1125" b="0">
                <a:solidFill>
                  <a:srgbClr val="64748B"/>
                </a:solidFill>
              </a:defRPr>
            </a:lvl3pPr>
            <a:lvl4pPr algn="ctr">
              <a:defRPr sz="1125" b="0">
                <a:solidFill>
                  <a:srgbClr val="64748B"/>
                </a:solidFill>
              </a:defRPr>
            </a:lvl4pPr>
            <a:lvl5pPr algn="ctr">
              <a:defRPr sz="1125" b="0">
                <a:solidFill>
                  <a:srgbClr val="64748B"/>
                </a:solidFill>
              </a:defRPr>
            </a:lvl5pPr>
            <a:lvl6pPr algn="ctr">
              <a:defRPr sz="1125" b="0">
                <a:solidFill>
                  <a:srgbClr val="64748B"/>
                </a:solidFill>
              </a:defRPr>
            </a:lvl6pPr>
            <a:lvl7pPr algn="ctr">
              <a:defRPr sz="1125" b="0">
                <a:solidFill>
                  <a:srgbClr val="64748B"/>
                </a:solidFill>
              </a:defRPr>
            </a:lvl7pPr>
            <a:lvl8pPr algn="ctr">
              <a:defRPr sz="1125" b="0">
                <a:solidFill>
                  <a:srgbClr val="64748B"/>
                </a:solidFill>
              </a:defRPr>
            </a:lvl8pPr>
            <a:lvl9pPr algn="ctr">
              <a:defRPr sz="11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HTTP 8080 / 8081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60845-C9C9-4CDC-953E-D9A8B906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0"/>
            <a:ext cx="2476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A4821-419F-43CB-A8F0-FAC28C1B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33625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650" b="1">
                <a:solidFill>
                  <a:srgbClr val="1D4ED8"/>
                </a:solidFill>
              </a:defRPr>
            </a:defPPr>
            <a:lvl1pPr algn="ctr">
              <a:defRPr sz="1650" b="1">
                <a:solidFill>
                  <a:srgbClr val="1D4ED8"/>
                </a:solidFill>
              </a:defRPr>
            </a:lvl1pPr>
            <a:lvl2pPr algn="ctr">
              <a:defRPr sz="1650" b="1">
                <a:solidFill>
                  <a:srgbClr val="1D4ED8"/>
                </a:solidFill>
              </a:defRPr>
            </a:lvl2pPr>
            <a:lvl3pPr algn="ctr">
              <a:defRPr sz="1650" b="1">
                <a:solidFill>
                  <a:srgbClr val="1D4ED8"/>
                </a:solidFill>
              </a:defRPr>
            </a:lvl3pPr>
            <a:lvl4pPr algn="ctr">
              <a:defRPr sz="1650" b="1">
                <a:solidFill>
                  <a:srgbClr val="1D4ED8"/>
                </a:solidFill>
              </a:defRPr>
            </a:lvl4pPr>
            <a:lvl5pPr algn="ctr">
              <a:defRPr sz="1650" b="1">
                <a:solidFill>
                  <a:srgbClr val="1D4ED8"/>
                </a:solidFill>
              </a:defRPr>
            </a:lvl5pPr>
            <a:lvl6pPr algn="ctr">
              <a:defRPr sz="1650" b="1">
                <a:solidFill>
                  <a:srgbClr val="1D4ED8"/>
                </a:solidFill>
              </a:defRPr>
            </a:lvl6pPr>
            <a:lvl7pPr algn="ctr">
              <a:defRPr sz="1650" b="1">
                <a:solidFill>
                  <a:srgbClr val="1D4ED8"/>
                </a:solidFill>
              </a:defRPr>
            </a:lvl7pPr>
            <a:lvl8pPr algn="ctr">
              <a:defRPr sz="1650" b="1">
                <a:solidFill>
                  <a:srgbClr val="1D4ED8"/>
                </a:solidFill>
              </a:defRPr>
            </a:lvl8pPr>
            <a:lvl9pPr algn="ctr">
              <a:defRPr sz="1650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D4ED8"/>
                </a:solidFill>
              </a:defRPr>
            </a:pPr>
            <a:r>
              <a:rPr sz="1650" b="1">
                <a:solidFill>
                  <a:srgbClr val="1D4ED8"/>
                </a:solidFill>
              </a:rPr>
              <a:t>Application Load Balancer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DC6E3-E050-4806-A5C8-1FD24FF1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622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64748B"/>
                </a:solidFill>
              </a:defRPr>
            </a:defPPr>
            <a:lvl1pPr algn="ctr">
              <a:defRPr sz="1050" b="0">
                <a:solidFill>
                  <a:srgbClr val="64748B"/>
                </a:solidFill>
              </a:defRPr>
            </a:lvl1pPr>
            <a:lvl2pPr algn="ctr">
              <a:defRPr sz="1050" b="0">
                <a:solidFill>
                  <a:srgbClr val="64748B"/>
                </a:solidFill>
              </a:defRPr>
            </a:lvl2pPr>
            <a:lvl3pPr algn="ctr">
              <a:defRPr sz="1050" b="0">
                <a:solidFill>
                  <a:srgbClr val="64748B"/>
                </a:solidFill>
              </a:defRPr>
            </a:lvl3pPr>
            <a:lvl4pPr algn="ctr">
              <a:defRPr sz="1050" b="0">
                <a:solidFill>
                  <a:srgbClr val="64748B"/>
                </a:solidFill>
              </a:defRPr>
            </a:lvl4pPr>
            <a:lvl5pPr algn="ctr">
              <a:defRPr sz="1050" b="0">
                <a:solidFill>
                  <a:srgbClr val="64748B"/>
                </a:solidFill>
              </a:defRPr>
            </a:lvl5pPr>
            <a:lvl6pPr algn="ctr">
              <a:defRPr sz="1050" b="0">
                <a:solidFill>
                  <a:srgbClr val="64748B"/>
                </a:solidFill>
              </a:defRPr>
            </a:lvl6pPr>
            <a:lvl7pPr algn="ctr">
              <a:defRPr sz="1050" b="0">
                <a:solidFill>
                  <a:srgbClr val="64748B"/>
                </a:solidFill>
              </a:defRPr>
            </a:lvl7pPr>
            <a:lvl8pPr algn="ctr">
              <a:defRPr sz="1050" b="0">
                <a:solidFill>
                  <a:srgbClr val="64748B"/>
                </a:solidFill>
              </a:defRPr>
            </a:lvl8pPr>
            <a:lvl9pPr algn="ctr">
              <a:defRPr sz="1050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Stable DNS across two subnets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73DD8-4F95-4094-9A39-DD5BBDDF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71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64748B"/>
                </a:solidFill>
              </a:defRPr>
            </a:defPPr>
            <a:lvl1pPr algn="ctr">
              <a:defRPr sz="1125" b="0">
                <a:solidFill>
                  <a:srgbClr val="64748B"/>
                </a:solidFill>
              </a:defRPr>
            </a:lvl1pPr>
            <a:lvl2pPr algn="ctr">
              <a:defRPr sz="1125" b="0">
                <a:solidFill>
                  <a:srgbClr val="64748B"/>
                </a:solidFill>
              </a:defRPr>
            </a:lvl2pPr>
            <a:lvl3pPr algn="ctr">
              <a:defRPr sz="1125" b="0">
                <a:solidFill>
                  <a:srgbClr val="64748B"/>
                </a:solidFill>
              </a:defRPr>
            </a:lvl3pPr>
            <a:lvl4pPr algn="ctr">
              <a:defRPr sz="1125" b="0">
                <a:solidFill>
                  <a:srgbClr val="64748B"/>
                </a:solidFill>
              </a:defRPr>
            </a:lvl4pPr>
            <a:lvl5pPr algn="ctr">
              <a:defRPr sz="1125" b="0">
                <a:solidFill>
                  <a:srgbClr val="64748B"/>
                </a:solidFill>
              </a:defRPr>
            </a:lvl5pPr>
            <a:lvl6pPr algn="ctr">
              <a:defRPr sz="1125" b="0">
                <a:solidFill>
                  <a:srgbClr val="64748B"/>
                </a:solidFill>
              </a:defRPr>
            </a:lvl6pPr>
            <a:lvl7pPr algn="ctr">
              <a:defRPr sz="1125" b="0">
                <a:solidFill>
                  <a:srgbClr val="64748B"/>
                </a:solidFill>
              </a:defRPr>
            </a:lvl7pPr>
            <a:lvl8pPr algn="ctr">
              <a:defRPr sz="1125" b="0">
                <a:solidFill>
                  <a:srgbClr val="64748B"/>
                </a:solidFill>
              </a:defRPr>
            </a:lvl8pPr>
            <a:lvl9pPr algn="ctr">
              <a:defRPr sz="11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forwards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FC825A-AEE0-4FA5-B10D-88A0A208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2857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92154-F8EB-4DE4-A5BC-1CE41E27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43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2563EB"/>
                </a:solidFill>
              </a:defRPr>
            </a:defPPr>
            <a:lvl1pPr algn="ctr">
              <a:defRPr sz="1500" b="1">
                <a:solidFill>
                  <a:srgbClr val="2563EB"/>
                </a:solidFill>
              </a:defRPr>
            </a:lvl1pPr>
            <a:lvl2pPr algn="ctr">
              <a:defRPr sz="1500" b="1">
                <a:solidFill>
                  <a:srgbClr val="2563EB"/>
                </a:solidFill>
              </a:defRPr>
            </a:lvl2pPr>
            <a:lvl3pPr algn="ctr">
              <a:defRPr sz="1500" b="1">
                <a:solidFill>
                  <a:srgbClr val="2563EB"/>
                </a:solidFill>
              </a:defRPr>
            </a:lvl3pPr>
            <a:lvl4pPr algn="ctr">
              <a:defRPr sz="1500" b="1">
                <a:solidFill>
                  <a:srgbClr val="2563EB"/>
                </a:solidFill>
              </a:defRPr>
            </a:lvl4pPr>
            <a:lvl5pPr algn="ctr">
              <a:defRPr sz="1500" b="1">
                <a:solidFill>
                  <a:srgbClr val="2563EB"/>
                </a:solidFill>
              </a:defRPr>
            </a:lvl5pPr>
            <a:lvl6pPr algn="ctr">
              <a:defRPr sz="1500" b="1">
                <a:solidFill>
                  <a:srgbClr val="2563EB"/>
                </a:solidFill>
              </a:defRPr>
            </a:lvl6pPr>
            <a:lvl7pPr algn="ctr">
              <a:defRPr sz="1500" b="1">
                <a:solidFill>
                  <a:srgbClr val="2563EB"/>
                </a:solidFill>
              </a:defRPr>
            </a:lvl7pPr>
            <a:lvl8pPr algn="ctr">
              <a:defRPr sz="1500" b="1">
                <a:solidFill>
                  <a:srgbClr val="2563EB"/>
                </a:solidFill>
              </a:defRPr>
            </a:lvl8pPr>
            <a:lvl9pPr algn="ctr">
              <a:defRPr sz="150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Uploader target group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AEE28-BF70-46F5-887D-55FD5E15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64748B"/>
                </a:solidFill>
              </a:defRPr>
            </a:defPPr>
            <a:lvl1pPr algn="ctr">
              <a:defRPr sz="1125" b="0">
                <a:solidFill>
                  <a:srgbClr val="64748B"/>
                </a:solidFill>
              </a:defRPr>
            </a:lvl1pPr>
            <a:lvl2pPr algn="ctr">
              <a:defRPr sz="1125" b="0">
                <a:solidFill>
                  <a:srgbClr val="64748B"/>
                </a:solidFill>
              </a:defRPr>
            </a:lvl2pPr>
            <a:lvl3pPr algn="ctr">
              <a:defRPr sz="1125" b="0">
                <a:solidFill>
                  <a:srgbClr val="64748B"/>
                </a:solidFill>
              </a:defRPr>
            </a:lvl3pPr>
            <a:lvl4pPr algn="ctr">
              <a:defRPr sz="1125" b="0">
                <a:solidFill>
                  <a:srgbClr val="64748B"/>
                </a:solidFill>
              </a:defRPr>
            </a:lvl4pPr>
            <a:lvl5pPr algn="ctr">
              <a:defRPr sz="1125" b="0">
                <a:solidFill>
                  <a:srgbClr val="64748B"/>
                </a:solidFill>
              </a:defRPr>
            </a:lvl5pPr>
            <a:lvl6pPr algn="ctr">
              <a:defRPr sz="1125" b="0">
                <a:solidFill>
                  <a:srgbClr val="64748B"/>
                </a:solidFill>
              </a:defRPr>
            </a:lvl6pPr>
            <a:lvl7pPr algn="ctr">
              <a:defRPr sz="1125" b="0">
                <a:solidFill>
                  <a:srgbClr val="64748B"/>
                </a:solidFill>
              </a:defRPr>
            </a:lvl7pPr>
            <a:lvl8pPr algn="ctr">
              <a:defRPr sz="1125" b="0">
                <a:solidFill>
                  <a:srgbClr val="64748B"/>
                </a:solidFill>
              </a:defRPr>
            </a:lvl8pPr>
            <a:lvl9pPr algn="ctr">
              <a:defRPr sz="11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ASG desired = 1 · port 3000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D4E3A-C40D-4C22-863D-AAEFA576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95650"/>
            <a:ext cx="2857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642C1A-8FB7-45E8-AEE6-94AFBC4D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06B6D4"/>
                </a:solidFill>
              </a:defRPr>
            </a:defPPr>
            <a:lvl1pPr algn="ctr">
              <a:defRPr sz="1500" b="1">
                <a:solidFill>
                  <a:srgbClr val="06B6D4"/>
                </a:solidFill>
              </a:defRPr>
            </a:lvl1pPr>
            <a:lvl2pPr algn="ctr">
              <a:defRPr sz="1500" b="1">
                <a:solidFill>
                  <a:srgbClr val="06B6D4"/>
                </a:solidFill>
              </a:defRPr>
            </a:lvl2pPr>
            <a:lvl3pPr algn="ctr">
              <a:defRPr sz="1500" b="1">
                <a:solidFill>
                  <a:srgbClr val="06B6D4"/>
                </a:solidFill>
              </a:defRPr>
            </a:lvl3pPr>
            <a:lvl4pPr algn="ctr">
              <a:defRPr sz="1500" b="1">
                <a:solidFill>
                  <a:srgbClr val="06B6D4"/>
                </a:solidFill>
              </a:defRPr>
            </a:lvl4pPr>
            <a:lvl5pPr algn="ctr">
              <a:defRPr sz="1500" b="1">
                <a:solidFill>
                  <a:srgbClr val="06B6D4"/>
                </a:solidFill>
              </a:defRPr>
            </a:lvl5pPr>
            <a:lvl6pPr algn="ctr">
              <a:defRPr sz="1500" b="1">
                <a:solidFill>
                  <a:srgbClr val="06B6D4"/>
                </a:solidFill>
              </a:defRPr>
            </a:lvl6pPr>
            <a:lvl7pPr algn="ctr">
              <a:defRPr sz="1500" b="1">
                <a:solidFill>
                  <a:srgbClr val="06B6D4"/>
                </a:solidFill>
              </a:defRPr>
            </a:lvl7pPr>
            <a:lvl8pPr algn="ctr">
              <a:defRPr sz="1500" b="1">
                <a:solidFill>
                  <a:srgbClr val="06B6D4"/>
                </a:solidFill>
              </a:defRPr>
            </a:lvl8pPr>
            <a:lvl9pPr algn="ctr">
              <a:defRPr sz="1500" b="1">
                <a:solidFill>
                  <a:srgbClr val="06B6D4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6B6D4"/>
                </a:solidFill>
              </a:defRPr>
            </a:pPr>
            <a:r>
              <a:rPr sz="1500" b="1">
                <a:solidFill>
                  <a:srgbClr val="06B6D4"/>
                </a:solidFill>
              </a:rPr>
              <a:t>Viewer target group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96B355-3115-41CC-BA8E-B669F27C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86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64748B"/>
                </a:solidFill>
              </a:defRPr>
            </a:defPPr>
            <a:lvl1pPr algn="ctr">
              <a:defRPr sz="1125" b="0">
                <a:solidFill>
                  <a:srgbClr val="64748B"/>
                </a:solidFill>
              </a:defRPr>
            </a:lvl1pPr>
            <a:lvl2pPr algn="ctr">
              <a:defRPr sz="1125" b="0">
                <a:solidFill>
                  <a:srgbClr val="64748B"/>
                </a:solidFill>
              </a:defRPr>
            </a:lvl2pPr>
            <a:lvl3pPr algn="ctr">
              <a:defRPr sz="1125" b="0">
                <a:solidFill>
                  <a:srgbClr val="64748B"/>
                </a:solidFill>
              </a:defRPr>
            </a:lvl3pPr>
            <a:lvl4pPr algn="ctr">
              <a:defRPr sz="1125" b="0">
                <a:solidFill>
                  <a:srgbClr val="64748B"/>
                </a:solidFill>
              </a:defRPr>
            </a:lvl4pPr>
            <a:lvl5pPr algn="ctr">
              <a:defRPr sz="1125" b="0">
                <a:solidFill>
                  <a:srgbClr val="64748B"/>
                </a:solidFill>
              </a:defRPr>
            </a:lvl5pPr>
            <a:lvl6pPr algn="ctr">
              <a:defRPr sz="1125" b="0">
                <a:solidFill>
                  <a:srgbClr val="64748B"/>
                </a:solidFill>
              </a:defRPr>
            </a:lvl6pPr>
            <a:lvl7pPr algn="ctr">
              <a:defRPr sz="1125" b="0">
                <a:solidFill>
                  <a:srgbClr val="64748B"/>
                </a:solidFill>
              </a:defRPr>
            </a:lvl7pPr>
            <a:lvl8pPr algn="ctr">
              <a:defRPr sz="1125" b="0">
                <a:solidFill>
                  <a:srgbClr val="64748B"/>
                </a:solidFill>
              </a:defRPr>
            </a:lvl8pPr>
            <a:lvl9pPr algn="ctr">
              <a:defRPr sz="11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ASG desired = 1 · port 3000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643358-2090-4F71-83CB-5F78D55A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9575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2F3FC-9041-479D-A98E-FB54BA4D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148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725" b="1">
                <a:solidFill>
                  <a:srgbClr val="15803D"/>
                </a:solidFill>
              </a:defRPr>
            </a:defPPr>
            <a:lvl1pPr algn="ctr">
              <a:defRPr sz="1725" b="1">
                <a:solidFill>
                  <a:srgbClr val="15803D"/>
                </a:solidFill>
              </a:defRPr>
            </a:lvl1pPr>
            <a:lvl2pPr algn="ctr">
              <a:defRPr sz="1725" b="1">
                <a:solidFill>
                  <a:srgbClr val="15803D"/>
                </a:solidFill>
              </a:defRPr>
            </a:lvl2pPr>
            <a:lvl3pPr algn="ctr">
              <a:defRPr sz="1725" b="1">
                <a:solidFill>
                  <a:srgbClr val="15803D"/>
                </a:solidFill>
              </a:defRPr>
            </a:lvl3pPr>
            <a:lvl4pPr algn="ctr">
              <a:defRPr sz="1725" b="1">
                <a:solidFill>
                  <a:srgbClr val="15803D"/>
                </a:solidFill>
              </a:defRPr>
            </a:lvl4pPr>
            <a:lvl5pPr algn="ctr">
              <a:defRPr sz="1725" b="1">
                <a:solidFill>
                  <a:srgbClr val="15803D"/>
                </a:solidFill>
              </a:defRPr>
            </a:lvl5pPr>
            <a:lvl6pPr algn="ctr">
              <a:defRPr sz="1725" b="1">
                <a:solidFill>
                  <a:srgbClr val="15803D"/>
                </a:solidFill>
              </a:defRPr>
            </a:lvl6pPr>
            <a:lvl7pPr algn="ctr">
              <a:defRPr sz="1725" b="1">
                <a:solidFill>
                  <a:srgbClr val="15803D"/>
                </a:solidFill>
              </a:defRPr>
            </a:lvl7pPr>
            <a:lvl8pPr algn="ctr">
              <a:defRPr sz="1725" b="1">
                <a:solidFill>
                  <a:srgbClr val="15803D"/>
                </a:solidFill>
              </a:defRPr>
            </a:lvl8pPr>
            <a:lvl9pPr algn="ctr">
              <a:defRPr sz="1725" b="1">
                <a:solidFill>
                  <a:srgbClr val="15803D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5803D"/>
                </a:solidFill>
              </a:defRPr>
            </a:pPr>
            <a:r>
              <a:rPr sz="1725" b="1">
                <a:solidFill>
                  <a:srgbClr val="15803D"/>
                </a:solidFill>
              </a:rPr>
              <a:t>Amazon S3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555A1F-0A4A-46A6-A19F-EE8B019B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053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64748B"/>
                </a:solidFill>
              </a:defRPr>
            </a:defPPr>
            <a:lvl1pPr algn="ctr">
              <a:defRPr sz="1125" b="0">
                <a:solidFill>
                  <a:srgbClr val="64748B"/>
                </a:solidFill>
              </a:defRPr>
            </a:lvl1pPr>
            <a:lvl2pPr algn="ctr">
              <a:defRPr sz="1125" b="0">
                <a:solidFill>
                  <a:srgbClr val="64748B"/>
                </a:solidFill>
              </a:defRPr>
            </a:lvl2pPr>
            <a:lvl3pPr algn="ctr">
              <a:defRPr sz="1125" b="0">
                <a:solidFill>
                  <a:srgbClr val="64748B"/>
                </a:solidFill>
              </a:defRPr>
            </a:lvl3pPr>
            <a:lvl4pPr algn="ctr">
              <a:defRPr sz="1125" b="0">
                <a:solidFill>
                  <a:srgbClr val="64748B"/>
                </a:solidFill>
              </a:defRPr>
            </a:lvl4pPr>
            <a:lvl5pPr algn="ctr">
              <a:defRPr sz="1125" b="0">
                <a:solidFill>
                  <a:srgbClr val="64748B"/>
                </a:solidFill>
              </a:defRPr>
            </a:lvl5pPr>
            <a:lvl6pPr algn="ctr">
              <a:defRPr sz="1125" b="0">
                <a:solidFill>
                  <a:srgbClr val="64748B"/>
                </a:solidFill>
              </a:defRPr>
            </a:lvl6pPr>
            <a:lvl7pPr algn="ctr">
              <a:defRPr sz="1125" b="0">
                <a:solidFill>
                  <a:srgbClr val="64748B"/>
                </a:solidFill>
              </a:defRPr>
            </a:lvl7pPr>
            <a:lvl8pPr algn="ctr">
              <a:defRPr sz="1125" b="0">
                <a:solidFill>
                  <a:srgbClr val="64748B"/>
                </a:solidFill>
              </a:defRPr>
            </a:lvl8pPr>
            <a:lvl9pPr algn="ctr">
              <a:defRPr sz="11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Shared upload storage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2CEF45-2E39-4D5C-B565-657E49C8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4795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497484-1A4D-47BB-92F5-A2C9F100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479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F16609-5A7F-4686-A46D-B19A7C1E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285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AAEFD4-65E5-469B-83CA-2825D20A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0D5A16-F7AB-4874-928D-91C42AED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4AF181-A734-42F7-B631-6A02EFC0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19450"/>
            <a:ext cx="285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FF50C2-C9A7-4E8F-92DD-BE5F3682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111827"/>
                </a:solidFill>
              </a:defRPr>
            </a:defPPr>
            <a:lvl1pPr algn="ctr">
              <a:defRPr sz="1500" b="1">
                <a:solidFill>
                  <a:srgbClr val="111827"/>
                </a:solidFill>
              </a:defRPr>
            </a:lvl1pPr>
            <a:lvl2pPr algn="ctr">
              <a:defRPr sz="1500" b="1">
                <a:solidFill>
                  <a:srgbClr val="111827"/>
                </a:solidFill>
              </a:defRPr>
            </a:lvl2pPr>
            <a:lvl3pPr algn="ctr">
              <a:defRPr sz="1500" b="1">
                <a:solidFill>
                  <a:srgbClr val="111827"/>
                </a:solidFill>
              </a:defRPr>
            </a:lvl3pPr>
            <a:lvl4pPr algn="ctr">
              <a:defRPr sz="1500" b="1">
                <a:solidFill>
                  <a:srgbClr val="111827"/>
                </a:solidFill>
              </a:defRPr>
            </a:lvl4pPr>
            <a:lvl5pPr algn="ctr">
              <a:defRPr sz="1500" b="1">
                <a:solidFill>
                  <a:srgbClr val="111827"/>
                </a:solidFill>
              </a:defRPr>
            </a:lvl5pPr>
            <a:lvl6pPr algn="ctr">
              <a:defRPr sz="1500" b="1">
                <a:solidFill>
                  <a:srgbClr val="111827"/>
                </a:solidFill>
              </a:defRPr>
            </a:lvl6pPr>
            <a:lvl7pPr algn="ctr">
              <a:defRPr sz="1500" b="1">
                <a:solidFill>
                  <a:srgbClr val="111827"/>
                </a:solidFill>
              </a:defRPr>
            </a:lvl7pPr>
            <a:lvl8pPr algn="ctr">
              <a:defRPr sz="1500" b="1">
                <a:solidFill>
                  <a:srgbClr val="111827"/>
                </a:solidFill>
              </a:defRPr>
            </a:lvl8pPr>
            <a:lvl9pPr algn="ctr">
              <a:defRPr sz="150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The ALB owns the public entry point. Each ASG replaces a failed instance from the latest launch template.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E2389C-D086-4E1F-8D8F-EB66638C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AA0B97-3DA6-4737-8022-E3C20138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687545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289794-2516-425E-A062-5B4109A9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PROVISIONING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6FC22-2BD5-45AC-8E0B-BDEFF23E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Stack creation produced both ALB endpoints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E3E29-9D00-46B6-A6CB-5784C479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829CE-E700-4003-966A-38FB01A6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5143500" cy="4305300"/>
          </a:xfrm>
          <a:prstGeom xmlns:a="http://schemas.openxmlformats.org/drawingml/2006/main" prst="roundRect">
            <a:avLst>
              <a:gd name="adj" fmla="val 2655"/>
            </a:avLst>
          </a:prstGeom>
          <a:solidFill xmlns:a="http://schemas.openxmlformats.org/drawingml/2006/main">
            <a:srgbClr val="2025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6D134-C077-49D2-B708-71091FD558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4afd0569e4745"/>
          <a:stretch xmlns:a="http://schemas.openxmlformats.org/drawingml/2006/main"/>
        </p:blipFill>
        <p:spPr>
          <a:xfrm xmlns:a="http://schemas.openxmlformats.org/drawingml/2006/main">
            <a:off x="1867979" y="1733550"/>
            <a:ext cx="2741042" cy="40386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12DDA-B39F-44D3-A4C9-B22BBA51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111827"/>
                </a:solidFill>
              </a:defRPr>
            </a:defPPr>
            <a:lvl1pPr algn="l">
              <a:defRPr sz="1875" b="1">
                <a:solidFill>
                  <a:srgbClr val="111827"/>
                </a:solidFill>
              </a:defRPr>
            </a:lvl1pPr>
            <a:lvl2pPr algn="l">
              <a:defRPr sz="1875" b="1">
                <a:solidFill>
                  <a:srgbClr val="111827"/>
                </a:solidFill>
              </a:defRPr>
            </a:lvl2pPr>
            <a:lvl3pPr algn="l">
              <a:defRPr sz="1875" b="1">
                <a:solidFill>
                  <a:srgbClr val="111827"/>
                </a:solidFill>
              </a:defRPr>
            </a:lvl3pPr>
            <a:lvl4pPr algn="l">
              <a:defRPr sz="1875" b="1">
                <a:solidFill>
                  <a:srgbClr val="111827"/>
                </a:solidFill>
              </a:defRPr>
            </a:lvl4pPr>
            <a:lvl5pPr algn="l">
              <a:defRPr sz="1875" b="1">
                <a:solidFill>
                  <a:srgbClr val="111827"/>
                </a:solidFill>
              </a:defRPr>
            </a:lvl5pPr>
            <a:lvl6pPr algn="l">
              <a:defRPr sz="1875" b="1">
                <a:solidFill>
                  <a:srgbClr val="111827"/>
                </a:solidFill>
              </a:defRPr>
            </a:lvl6pPr>
            <a:lvl7pPr algn="l">
              <a:defRPr sz="1875" b="1">
                <a:solidFill>
                  <a:srgbClr val="111827"/>
                </a:solidFill>
              </a:defRPr>
            </a:lvl7pPr>
            <a:lvl8pPr algn="l">
              <a:defRPr sz="1875" b="1">
                <a:solidFill>
                  <a:srgbClr val="111827"/>
                </a:solidFill>
              </a:defRPr>
            </a:lvl8pPr>
            <a:lvl9pPr algn="l">
              <a:defRPr sz="187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What the script created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0C280-AA53-4DE2-81AC-EF38829C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C69EA-8EC1-4B5C-97A2-58629C76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955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Default VPC and subnets in us-east-2a / 2b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95D7B-4AF3-45E0-93E8-E54542F4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71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89FC5-7BCD-4A12-A083-F23A2F12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432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ALB security group and restricted app ingress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FBF529-0A65-4607-AE67-3E550F41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BE6303-53A0-4C53-9D2D-4C61A272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909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Two target groups with 10-second health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86BCD3-754C-487F-8DE8-8E540723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1FA35-4D35-4EA8-8D5A-AFB09C04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86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Listeners on ports 8080 and 8081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1A6548-80E3-4F51-9468-7521F1F4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83851E-FF99-4573-B265-D23B19CB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863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Uploader and viewer ASGs using $Latest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41C2F0-13C7-4BAE-B6AA-260E6795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F9D8D2-F86B-481C-BC0C-AA5BE3D3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326728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645C95-9504-472F-BA41-46DD523A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4AAC4-AE5D-4ED1-8E67-CCA8F85D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Both applications served traffic through the ALB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0E192-9895-41DC-80F5-B085BC73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993B6-21FF-4AD1-BBC0-AF998E8B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514350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998D1D-1B7E-4046-ACA1-E84480FC2A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c2f5501974838"/>
          <a:stretch xmlns:a="http://schemas.openxmlformats.org/drawingml/2006/main"/>
        </p:blipFill>
        <p:spPr>
          <a:xfrm xmlns:a="http://schemas.openxmlformats.org/drawingml/2006/main">
            <a:off x="1107873" y="1847850"/>
            <a:ext cx="4261254" cy="33909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65C13-0BE0-476E-A46E-B96B60B9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76400"/>
            <a:ext cx="514350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98E08-BEAE-44AB-9F9C-7BA7629086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a35e96bf94773"/>
          <a:stretch xmlns:a="http://schemas.openxmlformats.org/drawingml/2006/main"/>
        </p:blipFill>
        <p:spPr>
          <a:xfrm xmlns:a="http://schemas.openxmlformats.org/drawingml/2006/main">
            <a:off x="6822873" y="1847850"/>
            <a:ext cx="4261254" cy="3390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836FE-B2F1-4D5E-8562-754D1999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>
                <a:solidFill>
                  <a:srgbClr val="2563EB"/>
                </a:solidFill>
              </a:defRPr>
            </a:defPPr>
            <a:lvl1pPr algn="ctr">
              <a:defRPr sz="1425" b="1">
                <a:solidFill>
                  <a:srgbClr val="2563EB"/>
                </a:solidFill>
              </a:defRPr>
            </a:lvl1pPr>
            <a:lvl2pPr algn="ctr">
              <a:defRPr sz="1425" b="1">
                <a:solidFill>
                  <a:srgbClr val="2563EB"/>
                </a:solidFill>
              </a:defRPr>
            </a:lvl2pPr>
            <a:lvl3pPr algn="ctr">
              <a:defRPr sz="1425" b="1">
                <a:solidFill>
                  <a:srgbClr val="2563EB"/>
                </a:solidFill>
              </a:defRPr>
            </a:lvl3pPr>
            <a:lvl4pPr algn="ctr">
              <a:defRPr sz="1425" b="1">
                <a:solidFill>
                  <a:srgbClr val="2563EB"/>
                </a:solidFill>
              </a:defRPr>
            </a:lvl4pPr>
            <a:lvl5pPr algn="ctr">
              <a:defRPr sz="1425" b="1">
                <a:solidFill>
                  <a:srgbClr val="2563EB"/>
                </a:solidFill>
              </a:defRPr>
            </a:lvl5pPr>
            <a:lvl6pPr algn="ctr">
              <a:defRPr sz="1425" b="1">
                <a:solidFill>
                  <a:srgbClr val="2563EB"/>
                </a:solidFill>
              </a:defRPr>
            </a:lvl6pPr>
            <a:lvl7pPr algn="ctr">
              <a:defRPr sz="1425" b="1">
                <a:solidFill>
                  <a:srgbClr val="2563EB"/>
                </a:solidFill>
              </a:defRPr>
            </a:lvl7pPr>
            <a:lvl8pPr algn="ctr">
              <a:defRPr sz="1425" b="1">
                <a:solidFill>
                  <a:srgbClr val="2563EB"/>
                </a:solidFill>
              </a:defRPr>
            </a:lvl8pPr>
            <a:lvl9pPr algn="ctr">
              <a:defRPr sz="142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Uploader · :8080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395DB-A521-4B43-B055-41AF59DC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816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>
                <a:solidFill>
                  <a:srgbClr val="06B6D4"/>
                </a:solidFill>
              </a:defRPr>
            </a:defPPr>
            <a:lvl1pPr algn="ctr">
              <a:defRPr sz="1425" b="1">
                <a:solidFill>
                  <a:srgbClr val="06B6D4"/>
                </a:solidFill>
              </a:defRPr>
            </a:lvl1pPr>
            <a:lvl2pPr algn="ctr">
              <a:defRPr sz="1425" b="1">
                <a:solidFill>
                  <a:srgbClr val="06B6D4"/>
                </a:solidFill>
              </a:defRPr>
            </a:lvl2pPr>
            <a:lvl3pPr algn="ctr">
              <a:defRPr sz="1425" b="1">
                <a:solidFill>
                  <a:srgbClr val="06B6D4"/>
                </a:solidFill>
              </a:defRPr>
            </a:lvl3pPr>
            <a:lvl4pPr algn="ctr">
              <a:defRPr sz="1425" b="1">
                <a:solidFill>
                  <a:srgbClr val="06B6D4"/>
                </a:solidFill>
              </a:defRPr>
            </a:lvl4pPr>
            <a:lvl5pPr algn="ctr">
              <a:defRPr sz="1425" b="1">
                <a:solidFill>
                  <a:srgbClr val="06B6D4"/>
                </a:solidFill>
              </a:defRPr>
            </a:lvl5pPr>
            <a:lvl6pPr algn="ctr">
              <a:defRPr sz="1425" b="1">
                <a:solidFill>
                  <a:srgbClr val="06B6D4"/>
                </a:solidFill>
              </a:defRPr>
            </a:lvl6pPr>
            <a:lvl7pPr algn="ctr">
              <a:defRPr sz="1425" b="1">
                <a:solidFill>
                  <a:srgbClr val="06B6D4"/>
                </a:solidFill>
              </a:defRPr>
            </a:lvl7pPr>
            <a:lvl8pPr algn="ctr">
              <a:defRPr sz="1425" b="1">
                <a:solidFill>
                  <a:srgbClr val="06B6D4"/>
                </a:solidFill>
              </a:defRPr>
            </a:lvl8pPr>
            <a:lvl9pPr algn="ctr">
              <a:defRPr sz="1425" b="1">
                <a:solidFill>
                  <a:srgbClr val="06B6D4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6B6D4"/>
                </a:solidFill>
              </a:defRPr>
            </a:pPr>
            <a:r>
              <a:rPr sz="1425" b="1">
                <a:solidFill>
                  <a:srgbClr val="06B6D4"/>
                </a:solidFill>
              </a:rPr>
              <a:t>Viewer · :8081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8AA9D4-6834-4FDE-B4AD-56B8E5D1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>
                <a:solidFill>
                  <a:srgbClr val="111827"/>
                </a:solidFill>
              </a:defRPr>
            </a:defPPr>
            <a:lvl1pPr algn="ctr">
              <a:defRPr sz="1350" b="0">
                <a:solidFill>
                  <a:srgbClr val="111827"/>
                </a:solidFill>
              </a:defRPr>
            </a:lvl1pPr>
            <a:lvl2pPr algn="ctr">
              <a:defRPr sz="1350" b="0">
                <a:solidFill>
                  <a:srgbClr val="111827"/>
                </a:solidFill>
              </a:defRPr>
            </a:lvl2pPr>
            <a:lvl3pPr algn="ctr">
              <a:defRPr sz="1350" b="0">
                <a:solidFill>
                  <a:srgbClr val="111827"/>
                </a:solidFill>
              </a:defRPr>
            </a:lvl3pPr>
            <a:lvl4pPr algn="ctr">
              <a:defRPr sz="1350" b="0">
                <a:solidFill>
                  <a:srgbClr val="111827"/>
                </a:solidFill>
              </a:defRPr>
            </a:lvl4pPr>
            <a:lvl5pPr algn="ctr">
              <a:defRPr sz="1350" b="0">
                <a:solidFill>
                  <a:srgbClr val="111827"/>
                </a:solidFill>
              </a:defRPr>
            </a:lvl5pPr>
            <a:lvl6pPr algn="ctr">
              <a:defRPr sz="1350" b="0">
                <a:solidFill>
                  <a:srgbClr val="111827"/>
                </a:solidFill>
              </a:defRPr>
            </a:lvl6pPr>
            <a:lvl7pPr algn="ctr">
              <a:defRPr sz="1350" b="0">
                <a:solidFill>
                  <a:srgbClr val="111827"/>
                </a:solidFill>
              </a:defRPr>
            </a:lvl7pPr>
            <a:lvl8pPr algn="ctr">
              <a:defRPr sz="1350" b="0">
                <a:solidFill>
                  <a:srgbClr val="111827"/>
                </a:solidFill>
              </a:defRPr>
            </a:lvl8pPr>
            <a:lvl9pPr algn="ctr">
              <a:defRPr sz="1350" b="0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The uploader accepted a file and the viewer returned content through the same ALB DNS name.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D05A22-0D89-4033-ABC5-67102297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1EED3C-9B07-4931-94B5-6BD438A2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672711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FB0B7-14A7-44C2-8C3F-DC58C760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HEALTH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1538E-39F1-4350-B133-EA08EFB0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Target health confirms the routing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E57F5-2211-4B72-AD24-0495F3D5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304B6-6871-4CD3-BAC6-8F6BCA89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685800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2025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3B18F-A77B-44DB-A8F3-ACC111F8B6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e7f87e16c493e"/>
          <a:stretch xmlns:a="http://schemas.openxmlformats.org/drawingml/2006/main"/>
        </p:blipFill>
        <p:spPr>
          <a:xfrm xmlns:a="http://schemas.openxmlformats.org/drawingml/2006/main">
            <a:off x="915276" y="1790700"/>
            <a:ext cx="6360947" cy="3886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EB1F4-EC27-42DB-8103-DD083B43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</a:defRPr>
            </a:defPPr>
            <a:lvl1pPr algn="l">
              <a:defRPr sz="1800" b="1">
                <a:solidFill>
                  <a:srgbClr val="111827"/>
                </a:solidFill>
              </a:defRPr>
            </a:lvl1pPr>
            <a:lvl2pPr algn="l">
              <a:defRPr sz="1800" b="1">
                <a:solidFill>
                  <a:srgbClr val="111827"/>
                </a:solidFill>
              </a:defRPr>
            </a:lvl2pPr>
            <a:lvl3pPr algn="l">
              <a:defRPr sz="1800" b="1">
                <a:solidFill>
                  <a:srgbClr val="111827"/>
                </a:solidFill>
              </a:defRPr>
            </a:lvl3pPr>
            <a:lvl4pPr algn="l">
              <a:defRPr sz="1800" b="1">
                <a:solidFill>
                  <a:srgbClr val="111827"/>
                </a:solidFill>
              </a:defRPr>
            </a:lvl4pPr>
            <a:lvl5pPr algn="l">
              <a:defRPr sz="1800" b="1">
                <a:solidFill>
                  <a:srgbClr val="111827"/>
                </a:solidFill>
              </a:defRPr>
            </a:lvl5pPr>
            <a:lvl6pPr algn="l">
              <a:defRPr sz="1800" b="1">
                <a:solidFill>
                  <a:srgbClr val="111827"/>
                </a:solidFill>
              </a:defRPr>
            </a:lvl6pPr>
            <a:lvl7pPr algn="l">
              <a:defRPr sz="1800" b="1">
                <a:solidFill>
                  <a:srgbClr val="111827"/>
                </a:solidFill>
              </a:defRPr>
            </a:lvl7pPr>
            <a:lvl8pPr algn="l">
              <a:defRPr sz="1800" b="1">
                <a:solidFill>
                  <a:srgbClr val="111827"/>
                </a:solidFill>
              </a:defRPr>
            </a:lvl8pPr>
            <a:lvl9pPr algn="l">
              <a:defRPr sz="180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Health-check policy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0DF86-DB7E-470E-9444-6AEAE8D1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2563EB"/>
                </a:solidFill>
              </a:defRPr>
            </a:defPPr>
            <a:lvl1pPr algn="l">
              <a:defRPr sz="2550" b="1">
                <a:solidFill>
                  <a:srgbClr val="2563EB"/>
                </a:solidFill>
              </a:defRPr>
            </a:lvl1pPr>
            <a:lvl2pPr algn="l">
              <a:defRPr sz="2550" b="1">
                <a:solidFill>
                  <a:srgbClr val="2563EB"/>
                </a:solidFill>
              </a:defRPr>
            </a:lvl2pPr>
            <a:lvl3pPr algn="l">
              <a:defRPr sz="2550" b="1">
                <a:solidFill>
                  <a:srgbClr val="2563EB"/>
                </a:solidFill>
              </a:defRPr>
            </a:lvl3pPr>
            <a:lvl4pPr algn="l">
              <a:defRPr sz="2550" b="1">
                <a:solidFill>
                  <a:srgbClr val="2563EB"/>
                </a:solidFill>
              </a:defRPr>
            </a:lvl4pPr>
            <a:lvl5pPr algn="l">
              <a:defRPr sz="2550" b="1">
                <a:solidFill>
                  <a:srgbClr val="2563EB"/>
                </a:solidFill>
              </a:defRPr>
            </a:lvl5pPr>
            <a:lvl6pPr algn="l">
              <a:defRPr sz="2550" b="1">
                <a:solidFill>
                  <a:srgbClr val="2563EB"/>
                </a:solidFill>
              </a:defRPr>
            </a:lvl6pPr>
            <a:lvl7pPr algn="l">
              <a:defRPr sz="2550" b="1">
                <a:solidFill>
                  <a:srgbClr val="2563EB"/>
                </a:solidFill>
              </a:defRPr>
            </a:lvl7pPr>
            <a:lvl8pPr algn="l">
              <a:defRPr sz="2550" b="1">
                <a:solidFill>
                  <a:srgbClr val="2563EB"/>
                </a:solidFill>
              </a:defRPr>
            </a:lvl8pPr>
            <a:lvl9pPr algn="l">
              <a:defRPr sz="25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10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E7436-0D20-49B8-8DFF-54D09131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669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</a:defRPr>
            </a:defPPr>
            <a:lvl1pPr algn="l">
              <a:defRPr sz="1275" b="0">
                <a:solidFill>
                  <a:srgbClr val="64748B"/>
                </a:solidFill>
              </a:defRPr>
            </a:lvl1pPr>
            <a:lvl2pPr algn="l">
              <a:defRPr sz="1275" b="0">
                <a:solidFill>
                  <a:srgbClr val="64748B"/>
                </a:solidFill>
              </a:defRPr>
            </a:lvl2pPr>
            <a:lvl3pPr algn="l">
              <a:defRPr sz="1275" b="0">
                <a:solidFill>
                  <a:srgbClr val="64748B"/>
                </a:solidFill>
              </a:defRPr>
            </a:lvl3pPr>
            <a:lvl4pPr algn="l">
              <a:defRPr sz="1275" b="0">
                <a:solidFill>
                  <a:srgbClr val="64748B"/>
                </a:solidFill>
              </a:defRPr>
            </a:lvl4pPr>
            <a:lvl5pPr algn="l">
              <a:defRPr sz="1275" b="0">
                <a:solidFill>
                  <a:srgbClr val="64748B"/>
                </a:solidFill>
              </a:defRPr>
            </a:lvl5pPr>
            <a:lvl6pPr algn="l">
              <a:defRPr sz="1275" b="0">
                <a:solidFill>
                  <a:srgbClr val="64748B"/>
                </a:solidFill>
              </a:defRPr>
            </a:lvl6pPr>
            <a:lvl7pPr algn="l">
              <a:defRPr sz="1275" b="0">
                <a:solidFill>
                  <a:srgbClr val="64748B"/>
                </a:solidFill>
              </a:defRPr>
            </a:lvl7pPr>
            <a:lvl8pPr algn="l">
              <a:defRPr sz="1275" b="0">
                <a:solidFill>
                  <a:srgbClr val="64748B"/>
                </a:solidFill>
              </a:defRPr>
            </a:lvl8pPr>
            <a:lvl9pPr algn="l">
              <a:defRPr sz="127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probe interval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8F0A46-0A07-42AA-8E6D-2BDDDDE7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8610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06B6D4"/>
                </a:solidFill>
              </a:defRPr>
            </a:defPPr>
            <a:lvl1pPr algn="l">
              <a:defRPr sz="2550" b="1">
                <a:solidFill>
                  <a:srgbClr val="06B6D4"/>
                </a:solidFill>
              </a:defRPr>
            </a:lvl1pPr>
            <a:lvl2pPr algn="l">
              <a:defRPr sz="2550" b="1">
                <a:solidFill>
                  <a:srgbClr val="06B6D4"/>
                </a:solidFill>
              </a:defRPr>
            </a:lvl2pPr>
            <a:lvl3pPr algn="l">
              <a:defRPr sz="2550" b="1">
                <a:solidFill>
                  <a:srgbClr val="06B6D4"/>
                </a:solidFill>
              </a:defRPr>
            </a:lvl3pPr>
            <a:lvl4pPr algn="l">
              <a:defRPr sz="2550" b="1">
                <a:solidFill>
                  <a:srgbClr val="06B6D4"/>
                </a:solidFill>
              </a:defRPr>
            </a:lvl4pPr>
            <a:lvl5pPr algn="l">
              <a:defRPr sz="2550" b="1">
                <a:solidFill>
                  <a:srgbClr val="06B6D4"/>
                </a:solidFill>
              </a:defRPr>
            </a:lvl5pPr>
            <a:lvl6pPr algn="l">
              <a:defRPr sz="2550" b="1">
                <a:solidFill>
                  <a:srgbClr val="06B6D4"/>
                </a:solidFill>
              </a:defRPr>
            </a:lvl6pPr>
            <a:lvl7pPr algn="l">
              <a:defRPr sz="2550" b="1">
                <a:solidFill>
                  <a:srgbClr val="06B6D4"/>
                </a:solidFill>
              </a:defRPr>
            </a:lvl7pPr>
            <a:lvl8pPr algn="l">
              <a:defRPr sz="2550" b="1">
                <a:solidFill>
                  <a:srgbClr val="06B6D4"/>
                </a:solidFill>
              </a:defRPr>
            </a:lvl8pPr>
            <a:lvl9pPr algn="l">
              <a:defRPr sz="2550" b="1">
                <a:solidFill>
                  <a:srgbClr val="06B6D4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6B6D4"/>
                </a:solidFill>
              </a:defRPr>
            </a:pPr>
            <a:r>
              <a:rPr sz="2550" b="1">
                <a:solidFill>
                  <a:srgbClr val="06B6D4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1DA1DC-3EFA-4854-8F75-9A8FEE13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099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</a:defRPr>
            </a:defPPr>
            <a:lvl1pPr algn="l">
              <a:defRPr sz="1275" b="0">
                <a:solidFill>
                  <a:srgbClr val="64748B"/>
                </a:solidFill>
              </a:defRPr>
            </a:lvl1pPr>
            <a:lvl2pPr algn="l">
              <a:defRPr sz="1275" b="0">
                <a:solidFill>
                  <a:srgbClr val="64748B"/>
                </a:solidFill>
              </a:defRPr>
            </a:lvl2pPr>
            <a:lvl3pPr algn="l">
              <a:defRPr sz="1275" b="0">
                <a:solidFill>
                  <a:srgbClr val="64748B"/>
                </a:solidFill>
              </a:defRPr>
            </a:lvl3pPr>
            <a:lvl4pPr algn="l">
              <a:defRPr sz="1275" b="0">
                <a:solidFill>
                  <a:srgbClr val="64748B"/>
                </a:solidFill>
              </a:defRPr>
            </a:lvl4pPr>
            <a:lvl5pPr algn="l">
              <a:defRPr sz="1275" b="0">
                <a:solidFill>
                  <a:srgbClr val="64748B"/>
                </a:solidFill>
              </a:defRPr>
            </a:lvl5pPr>
            <a:lvl6pPr algn="l">
              <a:defRPr sz="1275" b="0">
                <a:solidFill>
                  <a:srgbClr val="64748B"/>
                </a:solidFill>
              </a:defRPr>
            </a:lvl6pPr>
            <a:lvl7pPr algn="l">
              <a:defRPr sz="1275" b="0">
                <a:solidFill>
                  <a:srgbClr val="64748B"/>
                </a:solidFill>
              </a:defRPr>
            </a:lvl7pPr>
            <a:lvl8pPr algn="l">
              <a:defRPr sz="1275" b="0">
                <a:solidFill>
                  <a:srgbClr val="64748B"/>
                </a:solidFill>
              </a:defRPr>
            </a:lvl8pPr>
            <a:lvl9pPr algn="l">
              <a:defRPr sz="127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healthy checks required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21DD37-1E30-48C3-92EA-BB4FFDB2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2905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6A34A"/>
                </a:solidFill>
              </a:defRPr>
            </a:defPPr>
            <a:lvl1pPr algn="l">
              <a:defRPr sz="2550" b="1">
                <a:solidFill>
                  <a:srgbClr val="16A34A"/>
                </a:solidFill>
              </a:defRPr>
            </a:lvl1pPr>
            <a:lvl2pPr algn="l">
              <a:defRPr sz="2550" b="1">
                <a:solidFill>
                  <a:srgbClr val="16A34A"/>
                </a:solidFill>
              </a:defRPr>
            </a:lvl2pPr>
            <a:lvl3pPr algn="l">
              <a:defRPr sz="2550" b="1">
                <a:solidFill>
                  <a:srgbClr val="16A34A"/>
                </a:solidFill>
              </a:defRPr>
            </a:lvl3pPr>
            <a:lvl4pPr algn="l">
              <a:defRPr sz="2550" b="1">
                <a:solidFill>
                  <a:srgbClr val="16A34A"/>
                </a:solidFill>
              </a:defRPr>
            </a:lvl4pPr>
            <a:lvl5pPr algn="l">
              <a:defRPr sz="2550" b="1">
                <a:solidFill>
                  <a:srgbClr val="16A34A"/>
                </a:solidFill>
              </a:defRPr>
            </a:lvl5pPr>
            <a:lvl6pPr algn="l">
              <a:defRPr sz="2550" b="1">
                <a:solidFill>
                  <a:srgbClr val="16A34A"/>
                </a:solidFill>
              </a:defRPr>
            </a:lvl6pPr>
            <a:lvl7pPr algn="l">
              <a:defRPr sz="2550" b="1">
                <a:solidFill>
                  <a:srgbClr val="16A34A"/>
                </a:solidFill>
              </a:defRPr>
            </a:lvl7pPr>
            <a:lvl8pPr algn="l">
              <a:defRPr sz="2550" b="1">
                <a:solidFill>
                  <a:srgbClr val="16A34A"/>
                </a:solidFill>
              </a:defRPr>
            </a:lvl8pPr>
            <a:lvl9pPr algn="l">
              <a:defRPr sz="2550" b="1">
                <a:solidFill>
                  <a:srgbClr val="16A34A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A34A"/>
                </a:solidFill>
              </a:defRPr>
            </a:pPr>
            <a:r>
              <a:rPr sz="2550" b="1">
                <a:solidFill>
                  <a:srgbClr val="16A34A"/>
                </a:solidFill>
              </a:rPr>
              <a:t>ELB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0A0A82-0B11-49D4-B8E6-633EC787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52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</a:defRPr>
            </a:defPPr>
            <a:lvl1pPr algn="l">
              <a:defRPr sz="1275" b="0">
                <a:solidFill>
                  <a:srgbClr val="64748B"/>
                </a:solidFill>
              </a:defRPr>
            </a:lvl1pPr>
            <a:lvl2pPr algn="l">
              <a:defRPr sz="1275" b="0">
                <a:solidFill>
                  <a:srgbClr val="64748B"/>
                </a:solidFill>
              </a:defRPr>
            </a:lvl2pPr>
            <a:lvl3pPr algn="l">
              <a:defRPr sz="1275" b="0">
                <a:solidFill>
                  <a:srgbClr val="64748B"/>
                </a:solidFill>
              </a:defRPr>
            </a:lvl3pPr>
            <a:lvl4pPr algn="l">
              <a:defRPr sz="1275" b="0">
                <a:solidFill>
                  <a:srgbClr val="64748B"/>
                </a:solidFill>
              </a:defRPr>
            </a:lvl4pPr>
            <a:lvl5pPr algn="l">
              <a:defRPr sz="1275" b="0">
                <a:solidFill>
                  <a:srgbClr val="64748B"/>
                </a:solidFill>
              </a:defRPr>
            </a:lvl5pPr>
            <a:lvl6pPr algn="l">
              <a:defRPr sz="1275" b="0">
                <a:solidFill>
                  <a:srgbClr val="64748B"/>
                </a:solidFill>
              </a:defRPr>
            </a:lvl6pPr>
            <a:lvl7pPr algn="l">
              <a:defRPr sz="1275" b="0">
                <a:solidFill>
                  <a:srgbClr val="64748B"/>
                </a:solidFill>
              </a:defRPr>
            </a:lvl7pPr>
            <a:lvl8pPr algn="l">
              <a:defRPr sz="1275" b="0">
                <a:solidFill>
                  <a:srgbClr val="64748B"/>
                </a:solidFill>
              </a:defRPr>
            </a:lvl8pPr>
            <a:lvl9pPr algn="l">
              <a:defRPr sz="127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ASG health-check 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2E8548-46E6-4FBC-AF2B-4B40D3D6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86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38CDF4-2923-4BD1-B5F4-59B6A315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530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11827"/>
                </a:solidFill>
              </a:defRPr>
            </a:defPPr>
            <a:lvl1pPr algn="l">
              <a:defRPr sz="1350" b="1">
                <a:solidFill>
                  <a:srgbClr val="111827"/>
                </a:solidFill>
              </a:defRPr>
            </a:lvl1pPr>
            <a:lvl2pPr algn="l">
              <a:defRPr sz="1350" b="1">
                <a:solidFill>
                  <a:srgbClr val="111827"/>
                </a:solidFill>
              </a:defRPr>
            </a:lvl2pPr>
            <a:lvl3pPr algn="l">
              <a:defRPr sz="1350" b="1">
                <a:solidFill>
                  <a:srgbClr val="111827"/>
                </a:solidFill>
              </a:defRPr>
            </a:lvl3pPr>
            <a:lvl4pPr algn="l">
              <a:defRPr sz="1350" b="1">
                <a:solidFill>
                  <a:srgbClr val="111827"/>
                </a:solidFill>
              </a:defRPr>
            </a:lvl4pPr>
            <a:lvl5pPr algn="l">
              <a:defRPr sz="1350" b="1">
                <a:solidFill>
                  <a:srgbClr val="111827"/>
                </a:solidFill>
              </a:defRPr>
            </a:lvl5pPr>
            <a:lvl6pPr algn="l">
              <a:defRPr sz="1350" b="1">
                <a:solidFill>
                  <a:srgbClr val="111827"/>
                </a:solidFill>
              </a:defRPr>
            </a:lvl6pPr>
            <a:lvl7pPr algn="l">
              <a:defRPr sz="1350" b="1">
                <a:solidFill>
                  <a:srgbClr val="111827"/>
                </a:solidFill>
              </a:defRPr>
            </a:lvl7pPr>
            <a:lvl8pPr algn="l">
              <a:defRPr sz="1350" b="1">
                <a:solidFill>
                  <a:srgbClr val="111827"/>
                </a:solidFill>
              </a:defRPr>
            </a:lvl8pPr>
            <a:lvl9pPr algn="l">
              <a:defRPr sz="135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Instances accept port 3000 only from the ALB security group.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7893DF-4383-4545-83FB-958B8B28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9FC426-4BA8-4CE1-9E06-0E17CC0E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288303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2C4421-1D83-4008-8A3A-073935C4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CHAOS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A4F88-1132-43AC-BDB3-8E2E73A1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The measured outage met 180 seconds but missed 60 seconds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57BE0-A11B-49E3-AB3F-D2E6CAD5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15AF392B-A677-4F1D-9700-B8399F43CEDE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6572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2da0c9c7f849e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6D0CB-B4C7-4E7B-9765-935B5BBC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47850"/>
            <a:ext cx="3429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2E5BC-8F49-4E26-8268-CC8D22AC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16A34A"/>
                </a:solidFill>
              </a:defRPr>
            </a:defPPr>
            <a:lvl1pPr algn="l">
              <a:defRPr sz="1875" b="1">
                <a:solidFill>
                  <a:srgbClr val="16A34A"/>
                </a:solidFill>
              </a:defRPr>
            </a:lvl1pPr>
            <a:lvl2pPr algn="l">
              <a:defRPr sz="1875" b="1">
                <a:solidFill>
                  <a:srgbClr val="16A34A"/>
                </a:solidFill>
              </a:defRPr>
            </a:lvl2pPr>
            <a:lvl3pPr algn="l">
              <a:defRPr sz="1875" b="1">
                <a:solidFill>
                  <a:srgbClr val="16A34A"/>
                </a:solidFill>
              </a:defRPr>
            </a:lvl3pPr>
            <a:lvl4pPr algn="l">
              <a:defRPr sz="1875" b="1">
                <a:solidFill>
                  <a:srgbClr val="16A34A"/>
                </a:solidFill>
              </a:defRPr>
            </a:lvl4pPr>
            <a:lvl5pPr algn="l">
              <a:defRPr sz="1875" b="1">
                <a:solidFill>
                  <a:srgbClr val="16A34A"/>
                </a:solidFill>
              </a:defRPr>
            </a:lvl5pPr>
            <a:lvl6pPr algn="l">
              <a:defRPr sz="1875" b="1">
                <a:solidFill>
                  <a:srgbClr val="16A34A"/>
                </a:solidFill>
              </a:defRPr>
            </a:lvl6pPr>
            <a:lvl7pPr algn="l">
              <a:defRPr sz="1875" b="1">
                <a:solidFill>
                  <a:srgbClr val="16A34A"/>
                </a:solidFill>
              </a:defRPr>
            </a:lvl7pPr>
            <a:lvl8pPr algn="l">
              <a:defRPr sz="1875" b="1">
                <a:solidFill>
                  <a:srgbClr val="16A34A"/>
                </a:solidFill>
              </a:defRPr>
            </a:lvl8pPr>
            <a:lvl9pPr algn="l">
              <a:defRPr sz="1875" b="1">
                <a:solidFill>
                  <a:srgbClr val="16A34A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A34A"/>
                </a:solidFill>
              </a:defRPr>
            </a:pPr>
            <a:r>
              <a:rPr sz="1875" b="1">
                <a:solidFill>
                  <a:srgbClr val="16A34A"/>
                </a:solidFill>
              </a:rPr>
              <a:t>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B5172-E952-4745-8D31-77E582DF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336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</a:defRPr>
            </a:defPPr>
            <a:lvl1pPr algn="l">
              <a:defRPr sz="1650" b="1">
                <a:solidFill>
                  <a:srgbClr val="111827"/>
                </a:solidFill>
              </a:defRPr>
            </a:lvl1pPr>
            <a:lvl2pPr algn="l">
              <a:defRPr sz="1650" b="1">
                <a:solidFill>
                  <a:srgbClr val="111827"/>
                </a:solidFill>
              </a:defRPr>
            </a:lvl2pPr>
            <a:lvl3pPr algn="l">
              <a:defRPr sz="1650" b="1">
                <a:solidFill>
                  <a:srgbClr val="111827"/>
                </a:solidFill>
              </a:defRPr>
            </a:lvl3pPr>
            <a:lvl4pPr algn="l">
              <a:defRPr sz="1650" b="1">
                <a:solidFill>
                  <a:srgbClr val="111827"/>
                </a:solidFill>
              </a:defRPr>
            </a:lvl4pPr>
            <a:lvl5pPr algn="l">
              <a:defRPr sz="1650" b="1">
                <a:solidFill>
                  <a:srgbClr val="111827"/>
                </a:solidFill>
              </a:defRPr>
            </a:lvl5pPr>
            <a:lvl6pPr algn="l">
              <a:defRPr sz="1650" b="1">
                <a:solidFill>
                  <a:srgbClr val="111827"/>
                </a:solidFill>
              </a:defRPr>
            </a:lvl6pPr>
            <a:lvl7pPr algn="l">
              <a:defRPr sz="1650" b="1">
                <a:solidFill>
                  <a:srgbClr val="111827"/>
                </a:solidFill>
              </a:defRPr>
            </a:lvl7pPr>
            <a:lvl8pPr algn="l">
              <a:defRPr sz="1650" b="1">
                <a:solidFill>
                  <a:srgbClr val="111827"/>
                </a:solidFill>
              </a:defRPr>
            </a:lvl8pPr>
            <a:lvl9pPr algn="l">
              <a:defRPr sz="165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77.49 s ≤ 180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DD1C6-651F-421B-9168-1EB8180B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67100"/>
            <a:ext cx="3429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2A309-E66B-4E16-8CDE-D3C2F43C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1475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DC2626"/>
                </a:solidFill>
              </a:defRPr>
            </a:defPPr>
            <a:lvl1pPr algn="l">
              <a:defRPr sz="1875" b="1">
                <a:solidFill>
                  <a:srgbClr val="DC2626"/>
                </a:solidFill>
              </a:defRPr>
            </a:lvl1pPr>
            <a:lvl2pPr algn="l">
              <a:defRPr sz="1875" b="1">
                <a:solidFill>
                  <a:srgbClr val="DC2626"/>
                </a:solidFill>
              </a:defRPr>
            </a:lvl2pPr>
            <a:lvl3pPr algn="l">
              <a:defRPr sz="1875" b="1">
                <a:solidFill>
                  <a:srgbClr val="DC2626"/>
                </a:solidFill>
              </a:defRPr>
            </a:lvl3pPr>
            <a:lvl4pPr algn="l">
              <a:defRPr sz="1875" b="1">
                <a:solidFill>
                  <a:srgbClr val="DC2626"/>
                </a:solidFill>
              </a:defRPr>
            </a:lvl4pPr>
            <a:lvl5pPr algn="l">
              <a:defRPr sz="1875" b="1">
                <a:solidFill>
                  <a:srgbClr val="DC2626"/>
                </a:solidFill>
              </a:defRPr>
            </a:lvl5pPr>
            <a:lvl6pPr algn="l">
              <a:defRPr sz="1875" b="1">
                <a:solidFill>
                  <a:srgbClr val="DC2626"/>
                </a:solidFill>
              </a:defRPr>
            </a:lvl6pPr>
            <a:lvl7pPr algn="l">
              <a:defRPr sz="1875" b="1">
                <a:solidFill>
                  <a:srgbClr val="DC2626"/>
                </a:solidFill>
              </a:defRPr>
            </a:lvl7pPr>
            <a:lvl8pPr algn="l">
              <a:defRPr sz="1875" b="1">
                <a:solidFill>
                  <a:srgbClr val="DC2626"/>
                </a:solidFill>
              </a:defRPr>
            </a:lvl8pPr>
            <a:lvl9pPr algn="l">
              <a:defRPr sz="1875" b="1">
                <a:solidFill>
                  <a:srgbClr val="DC2626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FAIL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57022-C881-45DF-B3D1-BEB5C1CD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529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</a:defRPr>
            </a:defPPr>
            <a:lvl1pPr algn="l">
              <a:defRPr sz="1650" b="1">
                <a:solidFill>
                  <a:srgbClr val="111827"/>
                </a:solidFill>
              </a:defRPr>
            </a:lvl1pPr>
            <a:lvl2pPr algn="l">
              <a:defRPr sz="1650" b="1">
                <a:solidFill>
                  <a:srgbClr val="111827"/>
                </a:solidFill>
              </a:defRPr>
            </a:lvl2pPr>
            <a:lvl3pPr algn="l">
              <a:defRPr sz="1650" b="1">
                <a:solidFill>
                  <a:srgbClr val="111827"/>
                </a:solidFill>
              </a:defRPr>
            </a:lvl3pPr>
            <a:lvl4pPr algn="l">
              <a:defRPr sz="1650" b="1">
                <a:solidFill>
                  <a:srgbClr val="111827"/>
                </a:solidFill>
              </a:defRPr>
            </a:lvl4pPr>
            <a:lvl5pPr algn="l">
              <a:defRPr sz="1650" b="1">
                <a:solidFill>
                  <a:srgbClr val="111827"/>
                </a:solidFill>
              </a:defRPr>
            </a:lvl5pPr>
            <a:lvl6pPr algn="l">
              <a:defRPr sz="1650" b="1">
                <a:solidFill>
                  <a:srgbClr val="111827"/>
                </a:solidFill>
              </a:defRPr>
            </a:lvl6pPr>
            <a:lvl7pPr algn="l">
              <a:defRPr sz="1650" b="1">
                <a:solidFill>
                  <a:srgbClr val="111827"/>
                </a:solidFill>
              </a:defRPr>
            </a:lvl7pPr>
            <a:lvl8pPr algn="l">
              <a:defRPr sz="1650" b="1">
                <a:solidFill>
                  <a:srgbClr val="111827"/>
                </a:solidFill>
              </a:defRPr>
            </a:lvl8pPr>
            <a:lvl9pPr algn="l">
              <a:defRPr sz="165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81.57 s &gt; 60 s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CE376-DBB2-41F3-8168-5FDEB790FE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46b6b02554111"/>
          <a:stretch xmlns:a="http://schemas.openxmlformats.org/drawingml/2006/main"/>
        </p:blipFill>
        <p:spPr>
          <a:xfrm xmlns:a="http://schemas.openxmlformats.org/drawingml/2006/main">
            <a:off x="7677150" y="5135284"/>
            <a:ext cx="3486150" cy="245033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71FFB-A719-4349-AB03-199BCD1D7D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7966d869e14cf8"/>
          <a:stretch xmlns:a="http://schemas.openxmlformats.org/drawingml/2006/main"/>
        </p:blipFill>
        <p:spPr>
          <a:xfrm xmlns:a="http://schemas.openxmlformats.org/drawingml/2006/main">
            <a:off x="7677150" y="5533226"/>
            <a:ext cx="3486150" cy="325448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9A1CE-E6B3-4C25-A801-CE57FFD1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E4D0CE-400B-49D2-B41A-1E13B6CE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719390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436126-E928-4E59-B058-EA05FE18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B5F1D-593D-4136-926F-16E65B07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Instance replacement dominated the recovery window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12FDD-142A-481B-B5A0-19DCC226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78C74-5E34-4E00-A217-A09F36C0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5334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C1353-39F7-4805-AA55-ADBA8569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</a:defRPr>
            </a:defPPr>
            <a:lvl1pPr algn="l">
              <a:defRPr sz="1800" b="1">
                <a:solidFill>
                  <a:srgbClr val="111827"/>
                </a:solidFill>
              </a:defRPr>
            </a:lvl1pPr>
            <a:lvl2pPr algn="l">
              <a:defRPr sz="1800" b="1">
                <a:solidFill>
                  <a:srgbClr val="111827"/>
                </a:solidFill>
              </a:defRPr>
            </a:lvl2pPr>
            <a:lvl3pPr algn="l">
              <a:defRPr sz="1800" b="1">
                <a:solidFill>
                  <a:srgbClr val="111827"/>
                </a:solidFill>
              </a:defRPr>
            </a:lvl3pPr>
            <a:lvl4pPr algn="l">
              <a:defRPr sz="1800" b="1">
                <a:solidFill>
                  <a:srgbClr val="111827"/>
                </a:solidFill>
              </a:defRPr>
            </a:lvl4pPr>
            <a:lvl5pPr algn="l">
              <a:defRPr sz="1800" b="1">
                <a:solidFill>
                  <a:srgbClr val="111827"/>
                </a:solidFill>
              </a:defRPr>
            </a:lvl5pPr>
            <a:lvl6pPr algn="l">
              <a:defRPr sz="1800" b="1">
                <a:solidFill>
                  <a:srgbClr val="111827"/>
                </a:solidFill>
              </a:defRPr>
            </a:lvl6pPr>
            <a:lvl7pPr algn="l">
              <a:defRPr sz="1800" b="1">
                <a:solidFill>
                  <a:srgbClr val="111827"/>
                </a:solidFill>
              </a:defRPr>
            </a:lvl7pPr>
            <a:lvl8pPr algn="l">
              <a:defRPr sz="1800" b="1">
                <a:solidFill>
                  <a:srgbClr val="111827"/>
                </a:solidFill>
              </a:defRPr>
            </a:lvl8pPr>
            <a:lvl9pPr algn="l">
              <a:defRPr sz="180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Observed sequence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1AE14-9EBE-4B42-8CB9-0E1A1929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563EB"/>
                </a:solidFill>
              </a:defRPr>
            </a:defPPr>
            <a:lvl1pPr algn="l">
              <a:defRPr sz="1650" b="1">
                <a:solidFill>
                  <a:srgbClr val="2563EB"/>
                </a:solidFill>
              </a:defRPr>
            </a:lvl1pPr>
            <a:lvl2pPr algn="l">
              <a:defRPr sz="1650" b="1">
                <a:solidFill>
                  <a:srgbClr val="2563EB"/>
                </a:solidFill>
              </a:defRPr>
            </a:lvl2pPr>
            <a:lvl3pPr algn="l">
              <a:defRPr sz="1650" b="1">
                <a:solidFill>
                  <a:srgbClr val="2563EB"/>
                </a:solidFill>
              </a:defRPr>
            </a:lvl3pPr>
            <a:lvl4pPr algn="l">
              <a:defRPr sz="1650" b="1">
                <a:solidFill>
                  <a:srgbClr val="2563EB"/>
                </a:solidFill>
              </a:defRPr>
            </a:lvl4pPr>
            <a:lvl5pPr algn="l">
              <a:defRPr sz="1650" b="1">
                <a:solidFill>
                  <a:srgbClr val="2563EB"/>
                </a:solidFill>
              </a:defRPr>
            </a:lvl5pPr>
            <a:lvl6pPr algn="l">
              <a:defRPr sz="1650" b="1">
                <a:solidFill>
                  <a:srgbClr val="2563EB"/>
                </a:solidFill>
              </a:defRPr>
            </a:lvl6pPr>
            <a:lvl7pPr algn="l">
              <a:defRPr sz="1650" b="1">
                <a:solidFill>
                  <a:srgbClr val="2563EB"/>
                </a:solidFill>
              </a:defRPr>
            </a:lvl7pPr>
            <a:lvl8pPr algn="l">
              <a:defRPr sz="1650" b="1">
                <a:solidFill>
                  <a:srgbClr val="2563EB"/>
                </a:solidFill>
              </a:defRPr>
            </a:lvl8pPr>
            <a:lvl9pPr algn="l">
              <a:defRPr sz="16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2.22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5C046-44DF-4C24-BFC1-710F2D55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7175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First failed probe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61BDA1-1809-441D-ACD2-C92E734D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563EB"/>
                </a:solidFill>
              </a:defRPr>
            </a:defPPr>
            <a:lvl1pPr algn="l">
              <a:defRPr sz="1650" b="1">
                <a:solidFill>
                  <a:srgbClr val="2563EB"/>
                </a:solidFill>
              </a:defRPr>
            </a:lvl1pPr>
            <a:lvl2pPr algn="l">
              <a:defRPr sz="1650" b="1">
                <a:solidFill>
                  <a:srgbClr val="2563EB"/>
                </a:solidFill>
              </a:defRPr>
            </a:lvl2pPr>
            <a:lvl3pPr algn="l">
              <a:defRPr sz="1650" b="1">
                <a:solidFill>
                  <a:srgbClr val="2563EB"/>
                </a:solidFill>
              </a:defRPr>
            </a:lvl3pPr>
            <a:lvl4pPr algn="l">
              <a:defRPr sz="1650" b="1">
                <a:solidFill>
                  <a:srgbClr val="2563EB"/>
                </a:solidFill>
              </a:defRPr>
            </a:lvl4pPr>
            <a:lvl5pPr algn="l">
              <a:defRPr sz="1650" b="1">
                <a:solidFill>
                  <a:srgbClr val="2563EB"/>
                </a:solidFill>
              </a:defRPr>
            </a:lvl5pPr>
            <a:lvl6pPr algn="l">
              <a:defRPr sz="1650" b="1">
                <a:solidFill>
                  <a:srgbClr val="2563EB"/>
                </a:solidFill>
              </a:defRPr>
            </a:lvl6pPr>
            <a:lvl7pPr algn="l">
              <a:defRPr sz="1650" b="1">
                <a:solidFill>
                  <a:srgbClr val="2563EB"/>
                </a:solidFill>
              </a:defRPr>
            </a:lvl7pPr>
            <a:lvl8pPr algn="l">
              <a:defRPr sz="1650" b="1">
                <a:solidFill>
                  <a:srgbClr val="2563EB"/>
                </a:solidFill>
              </a:defRPr>
            </a:lvl8pPr>
            <a:lvl9pPr algn="l">
              <a:defRPr sz="16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≈75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69AB2-06D9-438F-A5AB-E097AE56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5280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ASG launches EC2 and runs user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ABA3A1-5137-49A5-9B9E-B0A68911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563EB"/>
                </a:solidFill>
              </a:defRPr>
            </a:defPPr>
            <a:lvl1pPr algn="l">
              <a:defRPr sz="1650" b="1">
                <a:solidFill>
                  <a:srgbClr val="2563EB"/>
                </a:solidFill>
              </a:defRPr>
            </a:lvl1pPr>
            <a:lvl2pPr algn="l">
              <a:defRPr sz="1650" b="1">
                <a:solidFill>
                  <a:srgbClr val="2563EB"/>
                </a:solidFill>
              </a:defRPr>
            </a:lvl2pPr>
            <a:lvl3pPr algn="l">
              <a:defRPr sz="1650" b="1">
                <a:solidFill>
                  <a:srgbClr val="2563EB"/>
                </a:solidFill>
              </a:defRPr>
            </a:lvl3pPr>
            <a:lvl4pPr algn="l">
              <a:defRPr sz="1650" b="1">
                <a:solidFill>
                  <a:srgbClr val="2563EB"/>
                </a:solidFill>
              </a:defRPr>
            </a:lvl4pPr>
            <a:lvl5pPr algn="l">
              <a:defRPr sz="1650" b="1">
                <a:solidFill>
                  <a:srgbClr val="2563EB"/>
                </a:solidFill>
              </a:defRPr>
            </a:lvl5pPr>
            <a:lvl6pPr algn="l">
              <a:defRPr sz="1650" b="1">
                <a:solidFill>
                  <a:srgbClr val="2563EB"/>
                </a:solidFill>
              </a:defRPr>
            </a:lvl6pPr>
            <a:lvl7pPr algn="l">
              <a:defRPr sz="1650" b="1">
                <a:solidFill>
                  <a:srgbClr val="2563EB"/>
                </a:solidFill>
              </a:defRPr>
            </a:lvl7pPr>
            <a:lvl8pPr algn="l">
              <a:defRPr sz="1650" b="1">
                <a:solidFill>
                  <a:srgbClr val="2563EB"/>
                </a:solidFill>
              </a:defRPr>
            </a:lvl8pPr>
            <a:lvl9pPr algn="l">
              <a:defRPr sz="16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77.49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97B91-A80D-4B4C-9A32-80CD7502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13385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Service returns after target becomes healthy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0E8FB4-E011-4FEA-B8A2-D3AB7AE6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</a:defRPr>
            </a:defPPr>
            <a:lvl1pPr algn="l">
              <a:defRPr sz="1275" b="0">
                <a:solidFill>
                  <a:srgbClr val="64748B"/>
                </a:solidFill>
              </a:defRPr>
            </a:lvl1pPr>
            <a:lvl2pPr algn="l">
              <a:defRPr sz="1275" b="0">
                <a:solidFill>
                  <a:srgbClr val="64748B"/>
                </a:solidFill>
              </a:defRPr>
            </a:lvl2pPr>
            <a:lvl3pPr algn="l">
              <a:defRPr sz="1275" b="0">
                <a:solidFill>
                  <a:srgbClr val="64748B"/>
                </a:solidFill>
              </a:defRPr>
            </a:lvl3pPr>
            <a:lvl4pPr algn="l">
              <a:defRPr sz="1275" b="0">
                <a:solidFill>
                  <a:srgbClr val="64748B"/>
                </a:solidFill>
              </a:defRPr>
            </a:lvl4pPr>
            <a:lvl5pPr algn="l">
              <a:defRPr sz="1275" b="0">
                <a:solidFill>
                  <a:srgbClr val="64748B"/>
                </a:solidFill>
              </a:defRPr>
            </a:lvl5pPr>
            <a:lvl6pPr algn="l">
              <a:defRPr sz="1275" b="0">
                <a:solidFill>
                  <a:srgbClr val="64748B"/>
                </a:solidFill>
              </a:defRPr>
            </a:lvl6pPr>
            <a:lvl7pPr algn="l">
              <a:defRPr sz="1275" b="0">
                <a:solidFill>
                  <a:srgbClr val="64748B"/>
                </a:solidFill>
              </a:defRPr>
            </a:lvl7pPr>
            <a:lvl8pPr algn="l">
              <a:defRPr sz="1275" b="0">
                <a:solidFill>
                  <a:srgbClr val="64748B"/>
                </a:solidFill>
              </a:defRPr>
            </a:lvl8pPr>
            <a:lvl9pPr algn="l">
              <a:defRPr sz="127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A 2-second polling interval only improves measurement precision. It does not shorten EC2 boot, package installation, application startup, or ALB health validation.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8C0D3-0D4F-420B-B629-5FCCB99B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57350"/>
            <a:ext cx="51435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2025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B7D106-7EFA-495C-8560-D067B98B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93C5FD"/>
                </a:solidFill>
              </a:defRPr>
            </a:defPPr>
            <a:lvl1pPr algn="l">
              <a:defRPr sz="1125" b="1">
                <a:solidFill>
                  <a:srgbClr val="93C5FD"/>
                </a:solidFill>
              </a:defRPr>
            </a:lvl1pPr>
            <a:lvl2pPr algn="l">
              <a:defRPr sz="1125" b="1">
                <a:solidFill>
                  <a:srgbClr val="93C5FD"/>
                </a:solidFill>
              </a:defRPr>
            </a:lvl2pPr>
            <a:lvl3pPr algn="l">
              <a:defRPr sz="1125" b="1">
                <a:solidFill>
                  <a:srgbClr val="93C5FD"/>
                </a:solidFill>
              </a:defRPr>
            </a:lvl3pPr>
            <a:lvl4pPr algn="l">
              <a:defRPr sz="1125" b="1">
                <a:solidFill>
                  <a:srgbClr val="93C5FD"/>
                </a:solidFill>
              </a:defRPr>
            </a:lvl4pPr>
            <a:lvl5pPr algn="l">
              <a:defRPr sz="1125" b="1">
                <a:solidFill>
                  <a:srgbClr val="93C5FD"/>
                </a:solidFill>
              </a:defRPr>
            </a:lvl5pPr>
            <a:lvl6pPr algn="l">
              <a:defRPr sz="1125" b="1">
                <a:solidFill>
                  <a:srgbClr val="93C5FD"/>
                </a:solidFill>
              </a:defRPr>
            </a:lvl6pPr>
            <a:lvl7pPr algn="l">
              <a:defRPr sz="1125" b="1">
                <a:solidFill>
                  <a:srgbClr val="93C5FD"/>
                </a:solidFill>
              </a:defRPr>
            </a:lvl7pPr>
            <a:lvl8pPr algn="l">
              <a:defRPr sz="1125" b="1">
                <a:solidFill>
                  <a:srgbClr val="93C5FD"/>
                </a:solidFill>
              </a:defRPr>
            </a:lvl8pPr>
            <a:lvl9pPr algn="l">
              <a:defRPr sz="1125" b="1">
                <a:solidFill>
                  <a:srgbClr val="93C5FD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93C5FD"/>
                </a:solidFill>
              </a:defRPr>
            </a:pPr>
            <a:r>
              <a:rPr sz="1125" b="1">
                <a:solidFill>
                  <a:srgbClr val="93C5FD"/>
                </a:solidFill>
              </a:rPr>
              <a:t>chaos_test.py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BC0E76-5005-4752-9F5F-74E470D0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38400"/>
            <a:ext cx="43434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E5E7EB"/>
                </a:solidFill>
              </a:defRPr>
            </a:defPPr>
            <a:lvl1pPr algn="l">
              <a:defRPr sz="1275" b="0">
                <a:solidFill>
                  <a:srgbClr val="E5E7EB"/>
                </a:solidFill>
              </a:defRPr>
            </a:lvl1pPr>
            <a:lvl2pPr algn="l">
              <a:defRPr sz="1275" b="0">
                <a:solidFill>
                  <a:srgbClr val="E5E7EB"/>
                </a:solidFill>
              </a:defRPr>
            </a:lvl2pPr>
            <a:lvl3pPr algn="l">
              <a:defRPr sz="1275" b="0">
                <a:solidFill>
                  <a:srgbClr val="E5E7EB"/>
                </a:solidFill>
              </a:defRPr>
            </a:lvl3pPr>
            <a:lvl4pPr algn="l">
              <a:defRPr sz="1275" b="0">
                <a:solidFill>
                  <a:srgbClr val="E5E7EB"/>
                </a:solidFill>
              </a:defRPr>
            </a:lvl4pPr>
            <a:lvl5pPr algn="l">
              <a:defRPr sz="1275" b="0">
                <a:solidFill>
                  <a:srgbClr val="E5E7EB"/>
                </a:solidFill>
              </a:defRPr>
            </a:lvl5pPr>
            <a:lvl6pPr algn="l">
              <a:defRPr sz="1275" b="0">
                <a:solidFill>
                  <a:srgbClr val="E5E7EB"/>
                </a:solidFill>
              </a:defRPr>
            </a:lvl6pPr>
            <a:lvl7pPr algn="l">
              <a:defRPr sz="1275" b="0">
                <a:solidFill>
                  <a:srgbClr val="E5E7EB"/>
                </a:solidFill>
              </a:defRPr>
            </a:lvl7pPr>
            <a:lvl8pPr algn="l">
              <a:defRPr sz="1275" b="0">
                <a:solidFill>
                  <a:srgbClr val="E5E7EB"/>
                </a:solidFill>
              </a:defRPr>
            </a:lvl8pPr>
            <a:lvl9pPr algn="l">
              <a:defRPr sz="1275" b="0">
                <a:solidFill>
                  <a:srgbClr val="E5E7E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terminate_instance_via_asg(instance_id, region)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while True: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is_up = probe_once(url)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writer.writerow([now, elapsed, is_up, ...])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if down_detected and is_up: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recovery_time = now - outage_start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break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verdict = recovery_time &lt;= slo_seconds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D464A3-C0E5-4344-AE49-34F75CDA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66ACCD-7AEF-4453-8F9A-66DC2113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474265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702293-BD46-4FAD-A9BF-920B01EC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12938-E6B2-4138-A188-7E443EA5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ASGs replaced direct EC2 launches and enabled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1A2CC-8B45-47DD-8D17-7B3212BD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FEBCB-E0A1-4915-9AAC-10E91809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64748B"/>
                </a:solidFill>
              </a:defRPr>
            </a:defPPr>
            <a:lvl1pPr algn="l">
              <a:defRPr sz="1725" b="1">
                <a:solidFill>
                  <a:srgbClr val="64748B"/>
                </a:solidFill>
              </a:defRPr>
            </a:lvl1pPr>
            <a:lvl2pPr algn="l">
              <a:defRPr sz="1725" b="1">
                <a:solidFill>
                  <a:srgbClr val="64748B"/>
                </a:solidFill>
              </a:defRPr>
            </a:lvl2pPr>
            <a:lvl3pPr algn="l">
              <a:defRPr sz="1725" b="1">
                <a:solidFill>
                  <a:srgbClr val="64748B"/>
                </a:solidFill>
              </a:defRPr>
            </a:lvl3pPr>
            <a:lvl4pPr algn="l">
              <a:defRPr sz="1725" b="1">
                <a:solidFill>
                  <a:srgbClr val="64748B"/>
                </a:solidFill>
              </a:defRPr>
            </a:lvl4pPr>
            <a:lvl5pPr algn="l">
              <a:defRPr sz="1725" b="1">
                <a:solidFill>
                  <a:srgbClr val="64748B"/>
                </a:solidFill>
              </a:defRPr>
            </a:lvl5pPr>
            <a:lvl6pPr algn="l">
              <a:defRPr sz="1725" b="1">
                <a:solidFill>
                  <a:srgbClr val="64748B"/>
                </a:solidFill>
              </a:defRPr>
            </a:lvl6pPr>
            <a:lvl7pPr algn="l">
              <a:defRPr sz="1725" b="1">
                <a:solidFill>
                  <a:srgbClr val="64748B"/>
                </a:solidFill>
              </a:defRPr>
            </a:lvl7pPr>
            <a:lvl8pPr algn="l">
              <a:defRPr sz="1725" b="1">
                <a:solidFill>
                  <a:srgbClr val="64748B"/>
                </a:solidFill>
              </a:defRPr>
            </a:lvl8pPr>
            <a:lvl9pPr algn="l">
              <a:defRPr sz="17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64748B"/>
                </a:solidFill>
              </a:defRPr>
            </a:pPr>
            <a:r>
              <a:rPr sz="1725" b="1">
                <a:solidFill>
                  <a:srgbClr val="64748B"/>
                </a:solidFill>
              </a:rPr>
              <a:t>Previous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6C76C-BB37-4184-B122-B4B4F818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429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DC83D-0A24-4A7E-BED4-193BECF6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DC2626"/>
                </a:solidFill>
              </a:defRPr>
            </a:defPPr>
            <a:lvl1pPr algn="ctr">
              <a:defRPr sz="1575" b="1">
                <a:solidFill>
                  <a:srgbClr val="DC2626"/>
                </a:solidFill>
              </a:defRPr>
            </a:lvl1pPr>
            <a:lvl2pPr algn="ctr">
              <a:defRPr sz="1575" b="1">
                <a:solidFill>
                  <a:srgbClr val="DC2626"/>
                </a:solidFill>
              </a:defRPr>
            </a:lvl2pPr>
            <a:lvl3pPr algn="ctr">
              <a:defRPr sz="1575" b="1">
                <a:solidFill>
                  <a:srgbClr val="DC2626"/>
                </a:solidFill>
              </a:defRPr>
            </a:lvl3pPr>
            <a:lvl4pPr algn="ctr">
              <a:defRPr sz="1575" b="1">
                <a:solidFill>
                  <a:srgbClr val="DC2626"/>
                </a:solidFill>
              </a:defRPr>
            </a:lvl4pPr>
            <a:lvl5pPr algn="ctr">
              <a:defRPr sz="1575" b="1">
                <a:solidFill>
                  <a:srgbClr val="DC2626"/>
                </a:solidFill>
              </a:defRPr>
            </a:lvl5pPr>
            <a:lvl6pPr algn="ctr">
              <a:defRPr sz="1575" b="1">
                <a:solidFill>
                  <a:srgbClr val="DC2626"/>
                </a:solidFill>
              </a:defRPr>
            </a:lvl6pPr>
            <a:lvl7pPr algn="ctr">
              <a:defRPr sz="1575" b="1">
                <a:solidFill>
                  <a:srgbClr val="DC2626"/>
                </a:solidFill>
              </a:defRPr>
            </a:lvl7pPr>
            <a:lvl8pPr algn="ctr">
              <a:defRPr sz="1575" b="1">
                <a:solidFill>
                  <a:srgbClr val="DC2626"/>
                </a:solidFill>
              </a:defRPr>
            </a:lvl8pPr>
            <a:lvl9pPr algn="ctr">
              <a:defRPr sz="1575" b="1">
                <a:solidFill>
                  <a:srgbClr val="DC2626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DC2626"/>
                </a:solidFill>
              </a:defRPr>
            </a:pPr>
            <a:r>
              <a:rPr sz="1575" b="1">
                <a:solidFill>
                  <a:srgbClr val="DC2626"/>
                </a:solidFill>
              </a:rPr>
              <a:t>aws ec2 run-instances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05C70-9960-4773-BE57-E2024C32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335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2563EB"/>
                </a:solidFill>
              </a:defRPr>
            </a:defPPr>
            <a:lvl1pPr algn="l">
              <a:defRPr sz="1725" b="1">
                <a:solidFill>
                  <a:srgbClr val="2563EB"/>
                </a:solidFill>
              </a:defRPr>
            </a:lvl1pPr>
            <a:lvl2pPr algn="l">
              <a:defRPr sz="1725" b="1">
                <a:solidFill>
                  <a:srgbClr val="2563EB"/>
                </a:solidFill>
              </a:defRPr>
            </a:lvl2pPr>
            <a:lvl3pPr algn="l">
              <a:defRPr sz="1725" b="1">
                <a:solidFill>
                  <a:srgbClr val="2563EB"/>
                </a:solidFill>
              </a:defRPr>
            </a:lvl3pPr>
            <a:lvl4pPr algn="l">
              <a:defRPr sz="1725" b="1">
                <a:solidFill>
                  <a:srgbClr val="2563EB"/>
                </a:solidFill>
              </a:defRPr>
            </a:lvl4pPr>
            <a:lvl5pPr algn="l">
              <a:defRPr sz="1725" b="1">
                <a:solidFill>
                  <a:srgbClr val="2563EB"/>
                </a:solidFill>
              </a:defRPr>
            </a:lvl5pPr>
            <a:lvl6pPr algn="l">
              <a:defRPr sz="1725" b="1">
                <a:solidFill>
                  <a:srgbClr val="2563EB"/>
                </a:solidFill>
              </a:defRPr>
            </a:lvl6pPr>
            <a:lvl7pPr algn="l">
              <a:defRPr sz="1725" b="1">
                <a:solidFill>
                  <a:srgbClr val="2563EB"/>
                </a:solidFill>
              </a:defRPr>
            </a:lvl7pPr>
            <a:lvl8pPr algn="l">
              <a:defRPr sz="1725" b="1">
                <a:solidFill>
                  <a:srgbClr val="2563EB"/>
                </a:solidFill>
              </a:defRPr>
            </a:lvl8pPr>
            <a:lvl9pPr algn="l">
              <a:defRPr sz="172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Current lab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8F190-12E0-4B6A-9335-1F741A6B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09800"/>
            <a:ext cx="619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48B6A-9E11-49BB-9759-72131BA7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19350"/>
            <a:ext cx="558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D4ED8"/>
                </a:solidFill>
              </a:defRPr>
            </a:defPPr>
            <a:lvl1pPr algn="ctr">
              <a:defRPr sz="1650" b="1">
                <a:solidFill>
                  <a:srgbClr val="1D4ED8"/>
                </a:solidFill>
              </a:defRPr>
            </a:lvl1pPr>
            <a:lvl2pPr algn="ctr">
              <a:defRPr sz="1650" b="1">
                <a:solidFill>
                  <a:srgbClr val="1D4ED8"/>
                </a:solidFill>
              </a:defRPr>
            </a:lvl2pPr>
            <a:lvl3pPr algn="ctr">
              <a:defRPr sz="1650" b="1">
                <a:solidFill>
                  <a:srgbClr val="1D4ED8"/>
                </a:solidFill>
              </a:defRPr>
            </a:lvl3pPr>
            <a:lvl4pPr algn="ctr">
              <a:defRPr sz="1650" b="1">
                <a:solidFill>
                  <a:srgbClr val="1D4ED8"/>
                </a:solidFill>
              </a:defRPr>
            </a:lvl4pPr>
            <a:lvl5pPr algn="ctr">
              <a:defRPr sz="1650" b="1">
                <a:solidFill>
                  <a:srgbClr val="1D4ED8"/>
                </a:solidFill>
              </a:defRPr>
            </a:lvl5pPr>
            <a:lvl6pPr algn="ctr">
              <a:defRPr sz="1650" b="1">
                <a:solidFill>
                  <a:srgbClr val="1D4ED8"/>
                </a:solidFill>
              </a:defRPr>
            </a:lvl6pPr>
            <a:lvl7pPr algn="ctr">
              <a:defRPr sz="1650" b="1">
                <a:solidFill>
                  <a:srgbClr val="1D4ED8"/>
                </a:solidFill>
              </a:defRPr>
            </a:lvl7pPr>
            <a:lvl8pPr algn="ctr">
              <a:defRPr sz="1650" b="1">
                <a:solidFill>
                  <a:srgbClr val="1D4ED8"/>
                </a:solidFill>
              </a:defRPr>
            </a:lvl8pPr>
            <a:lvl9pPr algn="ctr">
              <a:defRPr sz="1650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D4ED8"/>
                </a:solidFill>
              </a:defRPr>
            </a:pPr>
            <a:r>
              <a:rPr sz="1650" b="1">
                <a:solidFill>
                  <a:srgbClr val="1D4ED8"/>
                </a:solidFill>
              </a:rPr>
              <a:t>Launch Templates + Target Groups + Auto Scaling Groups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9DD1D-5548-46CD-BBA1-BD932907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0">
                <a:solidFill>
                  <a:srgbClr val="111827"/>
                </a:solidFill>
              </a:defRPr>
            </a:defPPr>
            <a:lvl1pPr algn="ctr">
              <a:defRPr sz="1575" b="0">
                <a:solidFill>
                  <a:srgbClr val="111827"/>
                </a:solidFill>
              </a:defRPr>
            </a:lvl1pPr>
            <a:lvl2pPr algn="ctr">
              <a:defRPr sz="1575" b="0">
                <a:solidFill>
                  <a:srgbClr val="111827"/>
                </a:solidFill>
              </a:defRPr>
            </a:lvl2pPr>
            <a:lvl3pPr algn="ctr">
              <a:defRPr sz="1575" b="0">
                <a:solidFill>
                  <a:srgbClr val="111827"/>
                </a:solidFill>
              </a:defRPr>
            </a:lvl3pPr>
            <a:lvl4pPr algn="ctr">
              <a:defRPr sz="1575" b="0">
                <a:solidFill>
                  <a:srgbClr val="111827"/>
                </a:solidFill>
              </a:defRPr>
            </a:lvl4pPr>
            <a:lvl5pPr algn="ctr">
              <a:defRPr sz="1575" b="0">
                <a:solidFill>
                  <a:srgbClr val="111827"/>
                </a:solidFill>
              </a:defRPr>
            </a:lvl5pPr>
            <a:lvl6pPr algn="ctr">
              <a:defRPr sz="1575" b="0">
                <a:solidFill>
                  <a:srgbClr val="111827"/>
                </a:solidFill>
              </a:defRPr>
            </a:lvl6pPr>
            <a:lvl7pPr algn="ctr">
              <a:defRPr sz="1575" b="0">
                <a:solidFill>
                  <a:srgbClr val="111827"/>
                </a:solidFill>
              </a:defRPr>
            </a:lvl7pPr>
            <a:lvl8pPr algn="ctr">
              <a:defRPr sz="1575" b="0">
                <a:solidFill>
                  <a:srgbClr val="111827"/>
                </a:solidFill>
              </a:defRPr>
            </a:lvl8pPr>
            <a:lvl9pPr algn="ctr">
              <a:defRPr sz="1575" b="0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ASGs maintain desired capacity at 1, attach replacements to the target groups, and let the ALB remove unhealthy targets from service.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B2221-EC65-4522-B377-EFEC4432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858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2025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01895-CD74-4BC0-BF92-0A5B3D4ECF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68f42d75341d6"/>
          <a:stretch xmlns:a="http://schemas.openxmlformats.org/drawingml/2006/main"/>
        </p:blipFill>
        <p:spPr>
          <a:xfrm xmlns:a="http://schemas.openxmlformats.org/drawingml/2006/main">
            <a:off x="1981342" y="4800600"/>
            <a:ext cx="2514317" cy="10668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CB079-00B2-424F-B2D4-E8C16B8A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958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86EFAC"/>
                </a:solidFill>
              </a:defRPr>
            </a:defPPr>
            <a:lvl1pPr algn="l">
              <a:defRPr sz="1875" b="1">
                <a:solidFill>
                  <a:srgbClr val="86EFAC"/>
                </a:solidFill>
              </a:defRPr>
            </a:lvl1pPr>
            <a:lvl2pPr algn="l">
              <a:defRPr sz="1875" b="1">
                <a:solidFill>
                  <a:srgbClr val="86EFAC"/>
                </a:solidFill>
              </a:defRPr>
            </a:lvl2pPr>
            <a:lvl3pPr algn="l">
              <a:defRPr sz="1875" b="1">
                <a:solidFill>
                  <a:srgbClr val="86EFAC"/>
                </a:solidFill>
              </a:defRPr>
            </a:lvl3pPr>
            <a:lvl4pPr algn="l">
              <a:defRPr sz="1875" b="1">
                <a:solidFill>
                  <a:srgbClr val="86EFAC"/>
                </a:solidFill>
              </a:defRPr>
            </a:lvl4pPr>
            <a:lvl5pPr algn="l">
              <a:defRPr sz="1875" b="1">
                <a:solidFill>
                  <a:srgbClr val="86EFAC"/>
                </a:solidFill>
              </a:defRPr>
            </a:lvl5pPr>
            <a:lvl6pPr algn="l">
              <a:defRPr sz="1875" b="1">
                <a:solidFill>
                  <a:srgbClr val="86EFAC"/>
                </a:solidFill>
              </a:defRPr>
            </a:lvl6pPr>
            <a:lvl7pPr algn="l">
              <a:defRPr sz="1875" b="1">
                <a:solidFill>
                  <a:srgbClr val="86EFAC"/>
                </a:solidFill>
              </a:defRPr>
            </a:lvl7pPr>
            <a:lvl8pPr algn="l">
              <a:defRPr sz="1875" b="1">
                <a:solidFill>
                  <a:srgbClr val="86EFAC"/>
                </a:solidFill>
              </a:defRPr>
            </a:lvl8pPr>
            <a:lvl9pPr algn="l">
              <a:defRPr sz="1875" b="1">
                <a:solidFill>
                  <a:srgbClr val="86EFAC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6EFAC"/>
                </a:solidFill>
              </a:defRPr>
            </a:pPr>
            <a:r>
              <a:rPr sz="1875" b="1">
                <a:solidFill>
                  <a:srgbClr val="86EFAC"/>
                </a:solidFill>
              </a:rPr>
              <a:t>Cleanup completed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F3A94-2259-47F5-9616-E16623CD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149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E5E7EB"/>
                </a:solidFill>
              </a:defRPr>
            </a:defPPr>
            <a:lvl1pPr algn="l">
              <a:defRPr sz="1275" b="0">
                <a:solidFill>
                  <a:srgbClr val="E5E7EB"/>
                </a:solidFill>
              </a:defRPr>
            </a:lvl1pPr>
            <a:lvl2pPr algn="l">
              <a:defRPr sz="1275" b="0">
                <a:solidFill>
                  <a:srgbClr val="E5E7EB"/>
                </a:solidFill>
              </a:defRPr>
            </a:lvl2pPr>
            <a:lvl3pPr algn="l">
              <a:defRPr sz="1275" b="0">
                <a:solidFill>
                  <a:srgbClr val="E5E7EB"/>
                </a:solidFill>
              </a:defRPr>
            </a:lvl3pPr>
            <a:lvl4pPr algn="l">
              <a:defRPr sz="1275" b="0">
                <a:solidFill>
                  <a:srgbClr val="E5E7EB"/>
                </a:solidFill>
              </a:defRPr>
            </a:lvl4pPr>
            <a:lvl5pPr algn="l">
              <a:defRPr sz="1275" b="0">
                <a:solidFill>
                  <a:srgbClr val="E5E7EB"/>
                </a:solidFill>
              </a:defRPr>
            </a:lvl5pPr>
            <a:lvl6pPr algn="l">
              <a:defRPr sz="1275" b="0">
                <a:solidFill>
                  <a:srgbClr val="E5E7EB"/>
                </a:solidFill>
              </a:defRPr>
            </a:lvl6pPr>
            <a:lvl7pPr algn="l">
              <a:defRPr sz="1275" b="0">
                <a:solidFill>
                  <a:srgbClr val="E5E7EB"/>
                </a:solidFill>
              </a:defRPr>
            </a:lvl7pPr>
            <a:lvl8pPr algn="l">
              <a:defRPr sz="1275" b="0">
                <a:solidFill>
                  <a:srgbClr val="E5E7EB"/>
                </a:solidFill>
              </a:defRPr>
            </a:lvl8pPr>
            <a:lvl9pPr algn="l">
              <a:defRPr sz="1275" b="0">
                <a:solidFill>
                  <a:srgbClr val="E5E7E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ASGs, ALB, target groups, security rules, IAM resources, and the S3 bucket were removed in dependency order.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02D0A5-FBF1-4E1C-881F-D3E5E068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73AC34-6199-4368-B00A-A85D75DC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019677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2026-10-29T08:06:07.0640000Z</dcterms:created>
  <dcterms:modified xsi:type="dcterms:W3CDTF">2026-10-29T08:06:07.0640000Z</dcterms:modified>
</coreProperties>
</file>