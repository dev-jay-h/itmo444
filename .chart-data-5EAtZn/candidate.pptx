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7768367884899" /><Relationship Type="http://schemas.openxmlformats.org/officeDocument/2006/relationships/extended-properties" Target="/docProps/app.xml" Id="Rfd334826df8a49af" /><Relationship Type="http://schemas.openxmlformats.org/officeDocument/2006/relationships/officeDocument" Target="/ppt/presentation.xml" Id="R25af22d20d25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5de76b05f47b3"/>
  </p:sldMasterIdLst>
  <p:notesMasterIdLst>
    <p:notesMasterId xmlns:r="http://schemas.openxmlformats.org/officeDocument/2006/relationships" r:id="R24ec2c17df644762"/>
  </p:notesMasterIdLst>
  <p:sldIdLst>
    <p:sldId xmlns:r="http://schemas.openxmlformats.org/officeDocument/2006/relationships" id="256" r:id="R4bdb8e770cf64865"/>
    <p:sldId xmlns:r="http://schemas.openxmlformats.org/officeDocument/2006/relationships" id="257" r:id="R317eb96da21949d8"/>
    <p:sldId xmlns:r="http://schemas.openxmlformats.org/officeDocument/2006/relationships" id="258" r:id="R1e88b5704e704e80"/>
    <p:sldId xmlns:r="http://schemas.openxmlformats.org/officeDocument/2006/relationships" id="259" r:id="R1f5a5fb371cb4070"/>
    <p:sldId xmlns:r="http://schemas.openxmlformats.org/officeDocument/2006/relationships" id="260" r:id="R2fb165747ea74779"/>
    <p:sldId xmlns:r="http://schemas.openxmlformats.org/officeDocument/2006/relationships" id="261" r:id="R7ff7b5e109da4dff"/>
    <p:sldId xmlns:r="http://schemas.openxmlformats.org/officeDocument/2006/relationships" id="262" r:id="Rc168607f6d044635"/>
    <p:sldId xmlns:r="http://schemas.openxmlformats.org/officeDocument/2006/relationships" id="263" r:id="Rfa4fd51338704c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610ecf3c75484a" /><Relationship Type="http://schemas.openxmlformats.org/officeDocument/2006/relationships/slideMaster" Target="/ppt/slideMasters/slideMaster1.xml" Id="Reca5de76b05f47b3" /><Relationship Type="http://schemas.openxmlformats.org/officeDocument/2006/relationships/notesMaster" Target="/ppt/notesMasters/notesMaster1.xml" Id="R24ec2c17df644762" /><Relationship Type="http://schemas.openxmlformats.org/officeDocument/2006/relationships/presProps" Target="/ppt/presProps.xml" Id="R525de476bea94023" /><Relationship Type="http://schemas.openxmlformats.org/officeDocument/2006/relationships/tableStyles" Target="/ppt/tableStyles.xml" Id="R40024f845ca048a4" /><Relationship Type="http://schemas.openxmlformats.org/officeDocument/2006/relationships/slide" Target="/ppt/slides/slide1.xml" Id="R4bdb8e770cf64865" /><Relationship Type="http://schemas.openxmlformats.org/officeDocument/2006/relationships/slide" Target="/ppt/slides/slide2.xml" Id="R317eb96da21949d8" /><Relationship Type="http://schemas.openxmlformats.org/officeDocument/2006/relationships/slide" Target="/ppt/slides/slide3.xml" Id="R1e88b5704e704e80" /><Relationship Type="http://schemas.openxmlformats.org/officeDocument/2006/relationships/slide" Target="/ppt/slides/slide4.xml" Id="R1f5a5fb371cb4070" /><Relationship Type="http://schemas.openxmlformats.org/officeDocument/2006/relationships/slide" Target="/ppt/slides/slide5.xml" Id="R2fb165747ea74779" /><Relationship Type="http://schemas.openxmlformats.org/officeDocument/2006/relationships/slide" Target="/ppt/slides/slide6.xml" Id="R7ff7b5e109da4dff" /><Relationship Type="http://schemas.openxmlformats.org/officeDocument/2006/relationships/slide" Target="/ppt/slides/slide7.xml" Id="Rc168607f6d044635" /><Relationship Type="http://schemas.openxmlformats.org/officeDocument/2006/relationships/slide" Target="/ppt/slides/slide8.xml" Id="Rfa4fd5133870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80080b6a52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a81544f7f4eca" /><Relationship Type="http://schemas.openxmlformats.org/officeDocument/2006/relationships/notesMaster" Target="/ppt/notesMasters/notesMaster1.xml" Id="Rb12ab9c08098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3697897aac41f7" /><Relationship Type="http://schemas.openxmlformats.org/officeDocument/2006/relationships/notesMaster" Target="/ppt/notesMasters/notesMaster1.xml" Id="R3dde9d52b04e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32635a6ba4aec" /><Relationship Type="http://schemas.openxmlformats.org/officeDocument/2006/relationships/notesMaster" Target="/ppt/notesMasters/notesMaster1.xml" Id="R457756d4fc2947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a8958a2af44f83" /><Relationship Type="http://schemas.openxmlformats.org/officeDocument/2006/relationships/notesMaster" Target="/ppt/notesMasters/notesMaster1.xml" Id="R3181278782774d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d2ab39fdd843cc" /><Relationship Type="http://schemas.openxmlformats.org/officeDocument/2006/relationships/notesMaster" Target="/ppt/notesMasters/notesMaster1.xml" Id="R2c796478156c48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75bc7fb1f4ac7" /><Relationship Type="http://schemas.openxmlformats.org/officeDocument/2006/relationships/notesMaster" Target="/ppt/notesMasters/notesMaster1.xml" Id="R46f4e320b2da4b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59738321254022" /><Relationship Type="http://schemas.openxmlformats.org/officeDocument/2006/relationships/notesMaster" Target="/ppt/notesMasters/notesMaster1.xml" Id="Rabe49a86cdf14e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696f0135be49ad" /><Relationship Type="http://schemas.openxmlformats.org/officeDocument/2006/relationships/notesMaster" Target="/ppt/notesMasters/notesMaster1.xml" Id="R8fb3109c09d9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d2c20111d48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9cb046db648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e1154e69645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1ebc619844e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e3fe4684b40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bb6d66883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9FEFD7-0C18-458D-8581-09054AD11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2405C1-1DB2-4B64-A51C-93F63019CB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347425-DB55-44FB-AA00-5EAD849CA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5B662-F0CC-4ABB-9F73-E2E87A328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7577A1-3C42-4342-83F3-F3AB0BFCC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274276-847B-4409-82B9-18A5A6D9B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61AEF8-6AC8-42CC-83EE-5DFC8DE35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4108E4-07D2-4064-8A6A-00BBC15B05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9F81E-CF7C-454D-8005-3B34C0AC8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A18B2D-0D72-410D-8454-B91CFA412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35b6d6cba4e76" /><Relationship Type="http://schemas.openxmlformats.org/officeDocument/2006/relationships/slideLayout" Target="/ppt/slideLayouts/slideLayout1.xml" Id="R38f1aa00fafe4d68" /><Relationship Type="http://schemas.openxmlformats.org/officeDocument/2006/relationships/slideLayout" Target="/ppt/slideLayouts/slideLayout2.xml" Id="R67c549d40b9347b3" /><Relationship Type="http://schemas.openxmlformats.org/officeDocument/2006/relationships/slideLayout" Target="/ppt/slideLayouts/slideLayout3.xml" Id="Rd6d3d91373c14299" /><Relationship Type="http://schemas.openxmlformats.org/officeDocument/2006/relationships/slideLayout" Target="/ppt/slideLayouts/slideLayout4.xml" Id="Rafcd35e114804ef4" /><Relationship Type="http://schemas.openxmlformats.org/officeDocument/2006/relationships/slideLayout" Target="/ppt/slideLayouts/slideLayout5.xml" Id="R3a6647cc10a14e54" /><Relationship Type="http://schemas.openxmlformats.org/officeDocument/2006/relationships/slideLayout" Target="/ppt/slideLayouts/slideLayout6.xml" Id="R733232fe1b6e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1aa00fafe4d68"/>
    <p:sldLayoutId xmlns:r="http://schemas.openxmlformats.org/officeDocument/2006/relationships" id="2147483650" r:id="R67c549d40b9347b3"/>
    <p:sldLayoutId xmlns:r="http://schemas.openxmlformats.org/officeDocument/2006/relationships" id="2147483651" r:id="Rd6d3d91373c14299"/>
    <p:sldLayoutId xmlns:r="http://schemas.openxmlformats.org/officeDocument/2006/relationships" id="2147483652" r:id="Rafcd35e114804ef4"/>
    <p:sldLayoutId xmlns:r="http://schemas.openxmlformats.org/officeDocument/2006/relationships" id="2147483653" r:id="R3a6647cc10a14e54"/>
    <p:sldLayoutId xmlns:r="http://schemas.openxmlformats.org/officeDocument/2006/relationships" id="2147483654" r:id="R733232fe1b6e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b40b0f95e4a82" /><Relationship Type="http://schemas.openxmlformats.org/officeDocument/2006/relationships/notesSlide" Target="/ppt/notesSlides/notesSlide1.xml" Id="Re7d4ad5c650f42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bef8d9b2f449e" /><Relationship Type="http://schemas.openxmlformats.org/officeDocument/2006/relationships/notesSlide" Target="/ppt/notesSlides/notesSlide2.xml" Id="R09e31cf48a4b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4a4141b934a6b" /><Relationship Type="http://schemas.openxmlformats.org/officeDocument/2006/relationships/image" Target="/ppt/media/image.png" Id="R81a9a9979fcc413a" /><Relationship Type="http://schemas.openxmlformats.org/officeDocument/2006/relationships/notesSlide" Target="/ppt/notesSlides/notesSlide3.xml" Id="R61ff56eafd51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8db1c0d934d53" /><Relationship Type="http://schemas.openxmlformats.org/officeDocument/2006/relationships/image" Target="/ppt/media/image2.png" Id="Rc142c0d803bb4224" /><Relationship Type="http://schemas.openxmlformats.org/officeDocument/2006/relationships/image" Target="/ppt/media/image3.png" Id="R235685f117e046b7" /><Relationship Type="http://schemas.openxmlformats.org/officeDocument/2006/relationships/notesSlide" Target="/ppt/notesSlides/notesSlide4.xml" Id="R770c9012eeca42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10db7a2214dc1" /><Relationship Type="http://schemas.openxmlformats.org/officeDocument/2006/relationships/image" Target="/ppt/media/image4.png" Id="R907dfbd28fa24384" /><Relationship Type="http://schemas.openxmlformats.org/officeDocument/2006/relationships/notesSlide" Target="/ppt/notesSlides/notesSlide5.xml" Id="R8f0ab4b797b64f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bb2908a0940b9" /><Relationship Type="http://schemas.openxmlformats.org/officeDocument/2006/relationships/chart" Target="/ppt/slides/charts/chart1.xml" Id="R220dea583fbb408b" /><Relationship Type="http://schemas.openxmlformats.org/officeDocument/2006/relationships/image" Target="/ppt/media/image5.png" Id="R7da2fd8cda8e4be4" /><Relationship Type="http://schemas.openxmlformats.org/officeDocument/2006/relationships/image" Target="/ppt/media/image6.png" Id="R1375fb43480846f1" /><Relationship Type="http://schemas.openxmlformats.org/officeDocument/2006/relationships/notesSlide" Target="/ppt/notesSlides/notesSlide6.xml" Id="Rea874dd8f0e3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386fc37834972" /><Relationship Type="http://schemas.openxmlformats.org/officeDocument/2006/relationships/notesSlide" Target="/ppt/notesSlides/notesSlide7.xml" Id="R738efb17affe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9b3e6be434e68" /><Relationship Type="http://schemas.openxmlformats.org/officeDocument/2006/relationships/image" Target="/ppt/media/image7.png" Id="R239b5620762d4576" /><Relationship Type="http://schemas.openxmlformats.org/officeDocument/2006/relationships/notesSlide" Target="/ppt/notesSlides/notesSlide8.xml" Id="R52e984b4a2bd41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Outage duration (seconds)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77.49</c:v>
                </c:pt>
                <c:pt idx="1">
                  <c:v>81.57</c:v>
                </c:pt>
              </c:numCache>
            </c:numRef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9F090-C3F8-42D3-8AFC-076A719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2BA6A-DBE0-49B5-A758-C16D555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4D634-4ADE-4593-BF4B-499A28CB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DE247-0CEB-44BA-92E5-3A559212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D808-B067-468E-87AD-9F78C858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D668A-4A3D-4BE9-83D5-CF33B9F6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8F74-A40B-4626-9B1A-978B268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2D893-4535-49AA-BAAA-75D2B36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3E102-7CD4-4D87-A1EC-BEAD7ED1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8072-C0EB-487D-8EFD-79811C2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B13A3-33EE-4F31-9BFC-53CA7189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3460A-737C-4944-BFED-08B30BB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356391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B4A42-8804-4718-AFB5-08369BBB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28B49-0E62-4AD1-BF01-4313BDDF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E9A61-2BD6-4A31-AF2A-E90DA696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2E9A2-FC2B-4353-A4F7-7BABE16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7722A-18EE-476D-970F-2F7B0F90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349E5-B715-4AB0-A294-D434527F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F3D9B-EDF4-4CFC-A99F-9B52A3FB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C1E5-C04C-4D59-83E8-FC4F406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C54F-F14C-495E-864B-795BA9F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336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Application Load 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5021C-7A94-4B0C-B03B-593C3BA2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64748B"/>
                </a:solidFill>
              </a:defRPr>
            </a:defPPr>
            <a:lvl1pPr algn="ctr">
              <a:defRPr sz="1050" b="0">
                <a:solidFill>
                  <a:srgbClr val="64748B"/>
                </a:solidFill>
              </a:defRPr>
            </a:lvl1pPr>
            <a:lvl2pPr algn="ctr">
              <a:defRPr sz="1050" b="0">
                <a:solidFill>
                  <a:srgbClr val="64748B"/>
                </a:solidFill>
              </a:defRPr>
            </a:lvl2pPr>
            <a:lvl3pPr algn="ctr">
              <a:defRPr sz="1050" b="0">
                <a:solidFill>
                  <a:srgbClr val="64748B"/>
                </a:solidFill>
              </a:defRPr>
            </a:lvl3pPr>
            <a:lvl4pPr algn="ctr">
              <a:defRPr sz="1050" b="0">
                <a:solidFill>
                  <a:srgbClr val="64748B"/>
                </a:solidFill>
              </a:defRPr>
            </a:lvl4pPr>
            <a:lvl5pPr algn="ctr">
              <a:defRPr sz="1050" b="0">
                <a:solidFill>
                  <a:srgbClr val="64748B"/>
                </a:solidFill>
              </a:defRPr>
            </a:lvl5pPr>
            <a:lvl6pPr algn="ctr">
              <a:defRPr sz="1050" b="0">
                <a:solidFill>
                  <a:srgbClr val="64748B"/>
                </a:solidFill>
              </a:defRPr>
            </a:lvl6pPr>
            <a:lvl7pPr algn="ctr">
              <a:defRPr sz="1050" b="0">
                <a:solidFill>
                  <a:srgbClr val="64748B"/>
                </a:solidFill>
              </a:defRPr>
            </a:lvl7pPr>
            <a:lvl8pPr algn="ctr">
              <a:defRPr sz="1050" b="0">
                <a:solidFill>
                  <a:srgbClr val="64748B"/>
                </a:solidFill>
              </a:defRPr>
            </a:lvl8pPr>
            <a:lvl9pPr algn="ctr">
              <a:defRPr sz="1050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F097A-C6B3-41D3-8ED8-5CD4B38C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53E4-D7B5-4523-AB6F-DB7EA6BF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DFE1E-A035-45B2-AE61-5EF3569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8D643-94DE-423A-87BD-516785C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05CD2-D0B9-408A-A8E7-D44023C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61303-C00A-4CC8-95D6-088422E8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FBB07-BA9D-40F4-9E61-1C0CFE7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6EEA1-5138-4D8C-8100-B15271C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2AEFD-8AFD-4090-B061-DF0A017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EDC8E-7B7B-4FD5-BA62-5736E00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277A6-3FBA-458D-AC66-F0B7A8D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9807D-F07C-46A5-BB6D-533AA03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0E95D-6C2A-4DEA-842D-5150F07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17F3A-259C-4576-BD0D-A2FAA4EC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65696-94DF-4049-8D7B-4F5107E2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EB02C-65B7-4890-B99E-BB8FF0E4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BE4E1-5756-43EC-A1D6-89ECD35F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544A5-2DB1-492F-A1C8-7475CE1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95194-A85F-4A7C-91C3-CE1FCEA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0572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C0989-E18C-4398-B5ED-860FA13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F962A-60B5-4D25-ACAC-00478F7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93C0-6BA1-4361-95C1-B741281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5DC9-6712-4BAB-A24A-D2C2F326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F5D3-01A1-4531-93CE-F23480301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9a9979fcc413a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B29C6-FA9C-45E9-9CF3-8C7EB9D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540FC-27F1-4690-B795-09FE589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AE3B9-C606-42C3-B092-D3D4E52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42074-023D-4DE0-8D8F-6ACD4CA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CD1F-D9B2-4536-B05E-F97B6169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6E329-4037-4174-A5BF-EB0024E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AD61D-666D-443E-8BE6-335E552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618C2-84FE-4E7A-826B-51FE98C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52EC6-5468-4FE2-9F9D-7E87A248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A00A0-85F2-4E1A-BA42-7142B157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AFE58-13D9-4C16-93DA-E8930F73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458A9-872C-44DC-BF19-4BDA821D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86BB2-69DB-44BE-8D6F-0DF20D1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3299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72679-98CE-4BD9-97FA-AAC3BAA7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59FD3-3773-4B5C-AE3D-B4218774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applications served traffic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FBBF5-DD59-4465-A6BE-23E4199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EDDD5-6B88-46ED-8648-EA191AE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C2582-6DC1-4868-A396-BEBB2353D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c0d803bb4224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EC276-978A-49FF-82E2-BF3E82A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639F9-F24C-43E4-8896-D9A829EBB6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685f117e046b7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53E41-1CBC-4F04-A8DF-51623CB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91225-0500-442C-8C35-2CA2F0F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22ABD-B587-4BB2-8C39-F0CD55D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uploader accepted a file and the viewer returned content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44D7D-D0BF-4987-B409-7102AF2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F0EF2-16A6-4BCD-BF49-8A8C95C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7559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A55BD-2FC4-41D9-96D5-FF46CAFD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5DB36-F6DA-416F-8BD5-E634F5C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70F0A-BA9E-47B0-AD88-63B8128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25C6E-4D14-4EBF-9AF7-0594725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FC3B-437F-48C3-BD38-989538DE3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dfbd28fa24384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FCDE6-2D40-4A0D-A2AB-706871D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73182-52FE-4464-B9F2-4CC4CB40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7250-2604-4009-B6A5-B114662C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17A21-6352-4AA2-BCAD-2295378B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55750-3D93-4F6B-93A2-7E4770DF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0005A-C14B-49A6-B1BE-0369053F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0DDAE-17A2-4F33-8A0A-2F2B864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0C7DC-D31A-4D96-A6E6-3F69A13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A6A1F-C305-496E-B754-4EEBDC16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BB19B-5170-4ADA-A8E7-10F210E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DD186-98D3-492D-A74B-9B71CDA5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4587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E19D3-80BC-4BF5-9493-F7BEC0B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740C6-8AA5-4A93-A58F-288EE7A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19C8C-777C-4817-82DA-1CC73D74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5FDB05B-9515-4B7D-A973-89F448BF4505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0dea583fbb408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2D3B3-7668-4AF5-95EE-7E1FF26A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32C1B-8F83-4BFB-81C6-DD5DC478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B45F-4517-448C-BA44-3812170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62875-BA21-4732-B9C1-B12F18D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B0D74-75A5-4EC2-89C0-29DB9F8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5008F-D920-4CE1-938E-1834B74A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91574-9213-4B6D-BD4A-D2A2872EA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2fd8cda8e4be4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BD61A-DD31-4C6D-AA5C-37EBC3088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5fb43480846f1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B8B72-B851-414C-ABB8-4CA363D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32F35-B961-458D-B66F-DE1BEA5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6395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61DD4-2D8F-4B4C-BEB0-5E44AC3C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CD9E9-F0C2-42A2-A722-D823AE67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1365-D44B-48CB-B4BC-50B2622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FDDFC-D16E-4896-B6EC-C98B273E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641B-0547-4CC3-95CF-F067A83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5B043-99A3-442D-9131-96D6E227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1E0D6-E33A-4131-B62A-7B0466A7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5E989-D8B8-4F94-93B8-7682EC1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5C63B-2F2D-4BD9-A20A-9D9BB24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CD674-0C0E-4DCA-B2A2-787633EA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9A482-92CF-4408-B549-A4580A16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0D379-7491-4A43-9A85-FC73B24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9374B-F7BD-4310-9881-D70EB8B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317F7-066E-4202-8FD4-8B8C1CDE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C1B8A-DB0E-439F-A8B3-D3A9AC7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292F8-2A3D-4C9F-85DF-E649065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527B3-9E9F-40C8-A3A3-8B18CC50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404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02CE8-DC62-47DF-AC95-AC0684D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904F-EAEE-4EAA-A7B4-EFCCD994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32059-15B9-48BD-9D5D-B3E5CCC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8E20A-3D81-415D-93EA-8ED335C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C4D1-0CD3-467B-BE7A-8B072979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19E1B-B785-4D12-9761-6B2CD3D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F084-0C18-4C61-B1A4-3E8CD17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3F09B-C41C-4772-A948-557063E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BE91E-DA7D-4735-AC86-B990067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CD6E1-C62A-425C-B73D-9CE09ED9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4A365-BB7C-4E9F-9496-393B1F1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C45D0-C327-4D4D-B8C4-AA3AB93B13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b5620762d4576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25B07-DD3E-4570-A921-4C42FC9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C85DA-D7C6-43F5-9C96-5026D4B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BBC79-E895-4E3D-95BA-AC68C11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9BFF-5C3B-4A3C-921C-DC0A27D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6373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2026-10-29T08:06:03.0940000Z</dcterms:created>
  <dcterms:modified xsi:type="dcterms:W3CDTF">2026-10-29T08:06:03.0940000Z</dcterms:modified>
</coreProperties>
</file>