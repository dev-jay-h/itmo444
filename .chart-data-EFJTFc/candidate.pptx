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625efef1a7400a" /><Relationship Type="http://schemas.openxmlformats.org/officeDocument/2006/relationships/extended-properties" Target="/docProps/app.xml" Id="R23958d56a25041f2" /><Relationship Type="http://schemas.openxmlformats.org/officeDocument/2006/relationships/officeDocument" Target="/ppt/presentation.xml" Id="R1956190814ae4a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63903635e24875"/>
  </p:sldMasterIdLst>
  <p:notesMasterIdLst>
    <p:notesMasterId xmlns:r="http://schemas.openxmlformats.org/officeDocument/2006/relationships" r:id="R12dbffb165de4d56"/>
  </p:notesMasterIdLst>
  <p:sldIdLst>
    <p:sldId xmlns:r="http://schemas.openxmlformats.org/officeDocument/2006/relationships" id="256" r:id="R8b69ee9f07774da6"/>
    <p:sldId xmlns:r="http://schemas.openxmlformats.org/officeDocument/2006/relationships" id="257" r:id="R71deefc044544bcd"/>
    <p:sldId xmlns:r="http://schemas.openxmlformats.org/officeDocument/2006/relationships" id="258" r:id="Redc2f4752b87493b"/>
    <p:sldId xmlns:r="http://schemas.openxmlformats.org/officeDocument/2006/relationships" id="259" r:id="R4a30fd823b0347ef"/>
    <p:sldId xmlns:r="http://schemas.openxmlformats.org/officeDocument/2006/relationships" id="260" r:id="R311efaacc8944709"/>
    <p:sldId xmlns:r="http://schemas.openxmlformats.org/officeDocument/2006/relationships" id="261" r:id="R8324590cba644842"/>
    <p:sldId xmlns:r="http://schemas.openxmlformats.org/officeDocument/2006/relationships" id="262" r:id="Re5be1d6d58d949e2"/>
    <p:sldId xmlns:r="http://schemas.openxmlformats.org/officeDocument/2006/relationships" id="263" r:id="Raa959a462a764f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46b3e7aaec48f4" /><Relationship Type="http://schemas.openxmlformats.org/officeDocument/2006/relationships/slideMaster" Target="/ppt/slideMasters/slideMaster1.xml" Id="R8463903635e24875" /><Relationship Type="http://schemas.openxmlformats.org/officeDocument/2006/relationships/notesMaster" Target="/ppt/notesMasters/notesMaster1.xml" Id="R12dbffb165de4d56" /><Relationship Type="http://schemas.openxmlformats.org/officeDocument/2006/relationships/presProps" Target="/ppt/presProps.xml" Id="Rf537109445304bf5" /><Relationship Type="http://schemas.openxmlformats.org/officeDocument/2006/relationships/tableStyles" Target="/ppt/tableStyles.xml" Id="R6161904f3fd64d11" /><Relationship Type="http://schemas.openxmlformats.org/officeDocument/2006/relationships/slide" Target="/ppt/slides/slide1.xml" Id="R8b69ee9f07774da6" /><Relationship Type="http://schemas.openxmlformats.org/officeDocument/2006/relationships/slide" Target="/ppt/slides/slide2.xml" Id="R71deefc044544bcd" /><Relationship Type="http://schemas.openxmlformats.org/officeDocument/2006/relationships/slide" Target="/ppt/slides/slide3.xml" Id="Redc2f4752b87493b" /><Relationship Type="http://schemas.openxmlformats.org/officeDocument/2006/relationships/slide" Target="/ppt/slides/slide4.xml" Id="R4a30fd823b0347ef" /><Relationship Type="http://schemas.openxmlformats.org/officeDocument/2006/relationships/slide" Target="/ppt/slides/slide5.xml" Id="R311efaacc8944709" /><Relationship Type="http://schemas.openxmlformats.org/officeDocument/2006/relationships/slide" Target="/ppt/slides/slide6.xml" Id="R8324590cba644842" /><Relationship Type="http://schemas.openxmlformats.org/officeDocument/2006/relationships/slide" Target="/ppt/slides/slide7.xml" Id="Re5be1d6d58d949e2" /><Relationship Type="http://schemas.openxmlformats.org/officeDocument/2006/relationships/slide" Target="/ppt/slides/slide8.xml" Id="Raa959a462a764f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57083ab6c94f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a9890bbd8e4b6d" /><Relationship Type="http://schemas.openxmlformats.org/officeDocument/2006/relationships/notesMaster" Target="/ppt/notesMasters/notesMaster1.xml" Id="R5c831c188a7b46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b27a0b28cb49c0" /><Relationship Type="http://schemas.openxmlformats.org/officeDocument/2006/relationships/notesMaster" Target="/ppt/notesMasters/notesMaster1.xml" Id="Rebaade6a499047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2c41668c4d4aca" /><Relationship Type="http://schemas.openxmlformats.org/officeDocument/2006/relationships/notesMaster" Target="/ppt/notesMasters/notesMaster1.xml" Id="Rb6e681e5619c46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8e08c6479444af" /><Relationship Type="http://schemas.openxmlformats.org/officeDocument/2006/relationships/notesMaster" Target="/ppt/notesMasters/notesMaster1.xml" Id="R7ae56f2d73be44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6f5e5f9b874d9d" /><Relationship Type="http://schemas.openxmlformats.org/officeDocument/2006/relationships/notesMaster" Target="/ppt/notesMasters/notesMaster1.xml" Id="R7417f4ca0ca245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39a1078966454d" /><Relationship Type="http://schemas.openxmlformats.org/officeDocument/2006/relationships/notesMaster" Target="/ppt/notesMasters/notesMaster1.xml" Id="Rcf305d97559244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58f842987b4168" /><Relationship Type="http://schemas.openxmlformats.org/officeDocument/2006/relationships/notesMaster" Target="/ppt/notesMasters/notesMaster1.xml" Id="R67ee4e38a7574a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4b8e1480934459" /><Relationship Type="http://schemas.openxmlformats.org/officeDocument/2006/relationships/notesMaster" Target="/ppt/notesMasters/notesMaster1.xml" Id="Reee5e6eedf9246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Assignment4 -Multi-AZ Resilience.pdf</a:t>
            </a:r>
          </a:p>
          <a:p xmlns:a="http://schemas.openxmlformats.org/drawingml/2006/main">
            <a:r>
              <a:t>Course lab reference: EC2_ALB_ASG_MultiAZ_Resilience.pdf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lab04/create_app_stack.sh; EC2_ALB_ASG_MultiAZ_Resilience.pdf, Architecture 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image extracted from Assignment4 -Multi-AZ Resilience.pdf</a:t>
            </a:r>
          </a:p>
          <a:p xmlns:a="http://schemas.openxmlformats.org/drawingml/2006/main">
            <a:r>
              <a:t>Implementation: lab04/create_app_stack.sh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images extracted from Assignment4 -Multi-AZ Resilience.pdf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image extracted from Assignment4 -Multi-AZ Resilience.pdf</a:t>
            </a:r>
          </a:p>
          <a:p xmlns:a="http://schemas.openxmlformats.org/drawingml/2006/main">
            <a:r>
              <a:t>Configuration source: lab04/create_app_stack.sh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lab04/testing/chaos_test_uploader_1792080610.csv; lab04/testing/chaos_test_uploader_1792080780.csv</a:t>
            </a:r>
          </a:p>
          <a:p xmlns:a="http://schemas.openxmlformats.org/drawingml/2006/main">
            <a:r>
              <a:t>Console evidence extracted from Assignment4 -Multi-AZ Resilience.pdf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source: lab04/testing/chaos_test.py</a:t>
            </a:r>
          </a:p>
          <a:p xmlns:a="http://schemas.openxmlformats.org/drawingml/2006/main">
            <a:r>
              <a:t>Timing source: lab04/testing/chaos_test_uploader_1792080610.csv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sources: lab04/create_app_stack.sh; lab04/delete_app_stack.sh</a:t>
            </a:r>
          </a:p>
          <a:p xmlns:a="http://schemas.openxmlformats.org/drawingml/2006/main">
            <a:r>
              <a:t>Cleanup evidence extracted from Assignment4 -Multi-AZ Resilience.pdf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3b8264ebff47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5e6bad344e42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c4e3173ed641b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475d60eab64a4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e1527f41b34d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b8acd55fdb41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14B94E-D3D7-47B0-9C10-518468CCCB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7208662-337B-4B9D-A52A-1A051C055DE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F5E0EEE-57F4-4317-BDFE-7651E87E9F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6F056C-B228-46B3-82BA-1363B01224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1C8D38C-D1EE-4141-8776-F33DD11B7A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4D903B-FAC9-41E2-8904-7C9B999DA8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CDD4B1-2AE5-42D8-9A3E-CD724547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681C82F-F49D-43F2-90F7-D0B2A5F28B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0E5E76-3B1E-466F-ABB8-677035059A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C21E33-0F50-4508-B4E1-D063A499B9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32351df8a54806" /><Relationship Type="http://schemas.openxmlformats.org/officeDocument/2006/relationships/slideLayout" Target="/ppt/slideLayouts/slideLayout1.xml" Id="R72419776bb334677" /><Relationship Type="http://schemas.openxmlformats.org/officeDocument/2006/relationships/slideLayout" Target="/ppt/slideLayouts/slideLayout2.xml" Id="R87faf5c073634e1e" /><Relationship Type="http://schemas.openxmlformats.org/officeDocument/2006/relationships/slideLayout" Target="/ppt/slideLayouts/slideLayout3.xml" Id="R0b1a925542e34f28" /><Relationship Type="http://schemas.openxmlformats.org/officeDocument/2006/relationships/slideLayout" Target="/ppt/slideLayouts/slideLayout4.xml" Id="R8ebba1983fbb4a10" /><Relationship Type="http://schemas.openxmlformats.org/officeDocument/2006/relationships/slideLayout" Target="/ppt/slideLayouts/slideLayout5.xml" Id="R4df0207c15a94231" /><Relationship Type="http://schemas.openxmlformats.org/officeDocument/2006/relationships/slideLayout" Target="/ppt/slideLayouts/slideLayout6.xml" Id="R1cbbd2e0a77543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419776bb334677"/>
    <p:sldLayoutId xmlns:r="http://schemas.openxmlformats.org/officeDocument/2006/relationships" id="2147483650" r:id="R87faf5c073634e1e"/>
    <p:sldLayoutId xmlns:r="http://schemas.openxmlformats.org/officeDocument/2006/relationships" id="2147483651" r:id="R0b1a925542e34f28"/>
    <p:sldLayoutId xmlns:r="http://schemas.openxmlformats.org/officeDocument/2006/relationships" id="2147483652" r:id="R8ebba1983fbb4a10"/>
    <p:sldLayoutId xmlns:r="http://schemas.openxmlformats.org/officeDocument/2006/relationships" id="2147483653" r:id="R4df0207c15a94231"/>
    <p:sldLayoutId xmlns:r="http://schemas.openxmlformats.org/officeDocument/2006/relationships" id="2147483654" r:id="R1cbbd2e0a77543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33d21583344793" /><Relationship Type="http://schemas.openxmlformats.org/officeDocument/2006/relationships/notesSlide" Target="/ppt/notesSlides/notesSlide1.xml" Id="R155e1a2df74744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16748a283c429d" /><Relationship Type="http://schemas.openxmlformats.org/officeDocument/2006/relationships/notesSlide" Target="/ppt/notesSlides/notesSlide2.xml" Id="R89fc8aa2568a44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b38d78069d48ea" /><Relationship Type="http://schemas.openxmlformats.org/officeDocument/2006/relationships/image" Target="/ppt/media/image.png" Id="R75ffac0552624f7b" /><Relationship Type="http://schemas.openxmlformats.org/officeDocument/2006/relationships/notesSlide" Target="/ppt/notesSlides/notesSlide3.xml" Id="Ra02eb6f2f00d48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70b0a56efe4bf8" /><Relationship Type="http://schemas.openxmlformats.org/officeDocument/2006/relationships/image" Target="/ppt/media/image2.png" Id="R8ceb537558fa45ca" /><Relationship Type="http://schemas.openxmlformats.org/officeDocument/2006/relationships/image" Target="/ppt/media/image3.png" Id="Re9ea6da1ce064661" /><Relationship Type="http://schemas.openxmlformats.org/officeDocument/2006/relationships/notesSlide" Target="/ppt/notesSlides/notesSlide4.xml" Id="Rc189e8101ccd4d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aa515ccce34d95" /><Relationship Type="http://schemas.openxmlformats.org/officeDocument/2006/relationships/image" Target="/ppt/media/image4.png" Id="R90607be317a44380" /><Relationship Type="http://schemas.openxmlformats.org/officeDocument/2006/relationships/notesSlide" Target="/ppt/notesSlides/notesSlide5.xml" Id="Rec491956da0548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57ecea44294fb9" /><Relationship Type="http://schemas.openxmlformats.org/officeDocument/2006/relationships/chart" Target="/ppt/slides/charts/chart1.xml" Id="Raf216023478c40b7" /><Relationship Type="http://schemas.openxmlformats.org/officeDocument/2006/relationships/image" Target="/ppt/media/image5.png" Id="R2633e8e4df784eb1" /><Relationship Type="http://schemas.openxmlformats.org/officeDocument/2006/relationships/image" Target="/ppt/media/image6.png" Id="R7703f44416af4767" /><Relationship Type="http://schemas.openxmlformats.org/officeDocument/2006/relationships/notesSlide" Target="/ppt/notesSlides/notesSlide6.xml" Id="R6fd3f2a7b36a48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c614b3009b437c" /><Relationship Type="http://schemas.openxmlformats.org/officeDocument/2006/relationships/notesSlide" Target="/ppt/notesSlides/notesSlide7.xml" Id="R8c880d2df03846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9437ea68fa44f9" /><Relationship Type="http://schemas.openxmlformats.org/officeDocument/2006/relationships/image" Target="/ppt/media/image7.png" Id="R63baad54fa1a4d73" /><Relationship Type="http://schemas.openxmlformats.org/officeDocument/2006/relationships/notesSlide" Target="/ppt/notesSlides/notesSlide8.xml" Id="R7b3c3a452914484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Outage duration (seconds)</c:v>
          </c:tx>
          <c:spPr>
            <a:solidFill xmlns:a="http://schemas.openxmlformats.org/drawingml/2006/main">
              <a:srgbClr val="2563EB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180 s SLO run</c:v>
                </c:pt>
                <c:pt idx="1">
                  <c:v>60 s tightened SLO run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77.49</c:v>
                </c:pt>
                <c:pt idx="1">
                  <c:v>81.57</c:v>
                </c:pt>
              </c:numCache>
            </c:numRef>
          </c:val>
        </c:ser>
        <c:dLbls>
          <c:numFmt formatCode="0.00&quot; s&quot;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Seconds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CD164-3E04-4271-B668-EAEBE52E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8FA6E-0C30-4946-969B-AEC32E40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93C5FD"/>
                </a:solidFill>
              </a:defRPr>
            </a:defPPr>
            <a:lvl1pPr algn="l">
              <a:defRPr sz="1125" b="1">
                <a:solidFill>
                  <a:srgbClr val="93C5FD"/>
                </a:solidFill>
              </a:defRPr>
            </a:lvl1pPr>
            <a:lvl2pPr algn="l">
              <a:defRPr sz="1125" b="1">
                <a:solidFill>
                  <a:srgbClr val="93C5FD"/>
                </a:solidFill>
              </a:defRPr>
            </a:lvl2pPr>
            <a:lvl3pPr algn="l">
              <a:defRPr sz="1125" b="1">
                <a:solidFill>
                  <a:srgbClr val="93C5FD"/>
                </a:solidFill>
              </a:defRPr>
            </a:lvl3pPr>
            <a:lvl4pPr algn="l">
              <a:defRPr sz="1125" b="1">
                <a:solidFill>
                  <a:srgbClr val="93C5FD"/>
                </a:solidFill>
              </a:defRPr>
            </a:lvl4pPr>
            <a:lvl5pPr algn="l">
              <a:defRPr sz="1125" b="1">
                <a:solidFill>
                  <a:srgbClr val="93C5FD"/>
                </a:solidFill>
              </a:defRPr>
            </a:lvl5pPr>
            <a:lvl6pPr algn="l">
              <a:defRPr sz="1125" b="1">
                <a:solidFill>
                  <a:srgbClr val="93C5FD"/>
                </a:solidFill>
              </a:defRPr>
            </a:lvl6pPr>
            <a:lvl7pPr algn="l">
              <a:defRPr sz="1125" b="1">
                <a:solidFill>
                  <a:srgbClr val="93C5FD"/>
                </a:solidFill>
              </a:defRPr>
            </a:lvl7pPr>
            <a:lvl8pPr algn="l">
              <a:defRPr sz="1125" b="1">
                <a:solidFill>
                  <a:srgbClr val="93C5FD"/>
                </a:solidFill>
              </a:defRPr>
            </a:lvl8pPr>
            <a:lvl9pPr algn="l">
              <a:defRPr sz="1125" b="1">
                <a:solidFill>
                  <a:srgbClr val="93C5FD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ITMO-444 · LAB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5D18C-CDF7-4010-998A-AD3502F2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790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75" b="1">
                <a:solidFill>
                  <a:srgbClr val="FFFFFF"/>
                </a:solidFill>
              </a:defRPr>
            </a:defPPr>
            <a:lvl1pPr algn="l">
              <a:defRPr sz="3675" b="1">
                <a:solidFill>
                  <a:srgbClr val="FFFFFF"/>
                </a:solidFill>
              </a:defRPr>
            </a:lvl1pPr>
            <a:lvl2pPr algn="l">
              <a:defRPr sz="3675" b="1">
                <a:solidFill>
                  <a:srgbClr val="FFFFFF"/>
                </a:solidFill>
              </a:defRPr>
            </a:lvl2pPr>
            <a:lvl3pPr algn="l">
              <a:defRPr sz="3675" b="1">
                <a:solidFill>
                  <a:srgbClr val="FFFFFF"/>
                </a:solidFill>
              </a:defRPr>
            </a:lvl3pPr>
            <a:lvl4pPr algn="l">
              <a:defRPr sz="3675" b="1">
                <a:solidFill>
                  <a:srgbClr val="FFFFFF"/>
                </a:solidFill>
              </a:defRPr>
            </a:lvl4pPr>
            <a:lvl5pPr algn="l">
              <a:defRPr sz="3675" b="1">
                <a:solidFill>
                  <a:srgbClr val="FFFFFF"/>
                </a:solidFill>
              </a:defRPr>
            </a:lvl5pPr>
            <a:lvl6pPr algn="l">
              <a:defRPr sz="3675" b="1">
                <a:solidFill>
                  <a:srgbClr val="FFFFFF"/>
                </a:solidFill>
              </a:defRPr>
            </a:lvl6pPr>
            <a:lvl7pPr algn="l">
              <a:defRPr sz="3675" b="1">
                <a:solidFill>
                  <a:srgbClr val="FFFFFF"/>
                </a:solidFill>
              </a:defRPr>
            </a:lvl7pPr>
            <a:lvl8pPr algn="l">
              <a:defRPr sz="3675" b="1">
                <a:solidFill>
                  <a:srgbClr val="FFFFFF"/>
                </a:solidFill>
              </a:defRPr>
            </a:lvl8pPr>
            <a:lvl9pPr algn="l">
              <a:defRPr sz="36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Multi-AZ 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B5121-E222-4CB4-9FBC-5D08FBFC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0">
                <a:solidFill>
                  <a:srgbClr val="CBD5E1"/>
                </a:solidFill>
              </a:defRPr>
            </a:defPPr>
            <a:lvl1pPr algn="l">
              <a:defRPr sz="2025" b="0">
                <a:solidFill>
                  <a:srgbClr val="CBD5E1"/>
                </a:solidFill>
              </a:defRPr>
            </a:lvl1pPr>
            <a:lvl2pPr algn="l">
              <a:defRPr sz="2025" b="0">
                <a:solidFill>
                  <a:srgbClr val="CBD5E1"/>
                </a:solidFill>
              </a:defRPr>
            </a:lvl2pPr>
            <a:lvl3pPr algn="l">
              <a:defRPr sz="2025" b="0">
                <a:solidFill>
                  <a:srgbClr val="CBD5E1"/>
                </a:solidFill>
              </a:defRPr>
            </a:lvl3pPr>
            <a:lvl4pPr algn="l">
              <a:defRPr sz="2025" b="0">
                <a:solidFill>
                  <a:srgbClr val="CBD5E1"/>
                </a:solidFill>
              </a:defRPr>
            </a:lvl4pPr>
            <a:lvl5pPr algn="l">
              <a:defRPr sz="2025" b="0">
                <a:solidFill>
                  <a:srgbClr val="CBD5E1"/>
                </a:solidFill>
              </a:defRPr>
            </a:lvl5pPr>
            <a:lvl6pPr algn="l">
              <a:defRPr sz="2025" b="0">
                <a:solidFill>
                  <a:srgbClr val="CBD5E1"/>
                </a:solidFill>
              </a:defRPr>
            </a:lvl6pPr>
            <a:lvl7pPr algn="l">
              <a:defRPr sz="2025" b="0">
                <a:solidFill>
                  <a:srgbClr val="CBD5E1"/>
                </a:solidFill>
              </a:defRPr>
            </a:lvl7pPr>
            <a:lvl8pPr algn="l">
              <a:defRPr sz="2025" b="0">
                <a:solidFill>
                  <a:srgbClr val="CBD5E1"/>
                </a:solidFill>
              </a:defRPr>
            </a:lvl8pPr>
            <a:lvl9pPr algn="l">
              <a:defRPr sz="2025" b="0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CBD5E1"/>
                </a:solidFill>
              </a:defRPr>
            </a:pPr>
            <a:r>
              <a:rPr sz="2025" b="0">
                <a:solidFill>
                  <a:srgbClr val="CBD5E1"/>
                </a:solidFill>
              </a:rPr>
              <a:t>ALB, Auto Scaling Groups, and recovery-time SLOs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7FC92-D24F-4AAD-B0C1-6622F139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</a:defRPr>
            </a:defPPr>
            <a:lvl1pPr algn="l">
              <a:defRPr sz="1650" b="1">
                <a:solidFill>
                  <a:srgbClr val="FFFFFF"/>
                </a:solidFill>
              </a:defRPr>
            </a:lvl1pPr>
            <a:lvl2pPr algn="l">
              <a:defRPr sz="1650" b="1">
                <a:solidFill>
                  <a:srgbClr val="FFFFFF"/>
                </a:solidFill>
              </a:defRPr>
            </a:lvl2pPr>
            <a:lvl3pPr algn="l">
              <a:defRPr sz="1650" b="1">
                <a:solidFill>
                  <a:srgbClr val="FFFFFF"/>
                </a:solidFill>
              </a:defRPr>
            </a:lvl3pPr>
            <a:lvl4pPr algn="l">
              <a:defRPr sz="1650" b="1">
                <a:solidFill>
                  <a:srgbClr val="FFFFFF"/>
                </a:solidFill>
              </a:defRPr>
            </a:lvl4pPr>
            <a:lvl5pPr algn="l">
              <a:defRPr sz="1650" b="1">
                <a:solidFill>
                  <a:srgbClr val="FFFFFF"/>
                </a:solidFill>
              </a:defRPr>
            </a:lvl5pPr>
            <a:lvl6pPr algn="l">
              <a:defRPr sz="1650" b="1">
                <a:solidFill>
                  <a:srgbClr val="FFFFFF"/>
                </a:solidFill>
              </a:defRPr>
            </a:lvl6pPr>
            <a:lvl7pPr algn="l">
              <a:defRPr sz="1650" b="1">
                <a:solidFill>
                  <a:srgbClr val="FFFFFF"/>
                </a:solidFill>
              </a:defRPr>
            </a:lvl7pPr>
            <a:lvl8pPr algn="l">
              <a:defRPr sz="1650" b="1">
                <a:solidFill>
                  <a:srgbClr val="FFFFFF"/>
                </a:solidFill>
              </a:defRPr>
            </a:lvl8pPr>
            <a:lvl9pPr algn="l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Jay Han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9F501-5403-483F-9D0D-DD306186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93C5FD"/>
                </a:solidFill>
              </a:defRPr>
            </a:defPPr>
            <a:lvl1pPr algn="l">
              <a:defRPr sz="1200" b="0">
                <a:solidFill>
                  <a:srgbClr val="93C5FD"/>
                </a:solidFill>
              </a:defRPr>
            </a:lvl1pPr>
            <a:lvl2pPr algn="l">
              <a:defRPr sz="1200" b="0">
                <a:solidFill>
                  <a:srgbClr val="93C5FD"/>
                </a:solidFill>
              </a:defRPr>
            </a:lvl2pPr>
            <a:lvl3pPr algn="l">
              <a:defRPr sz="1200" b="0">
                <a:solidFill>
                  <a:srgbClr val="93C5FD"/>
                </a:solidFill>
              </a:defRPr>
            </a:lvl3pPr>
            <a:lvl4pPr algn="l">
              <a:defRPr sz="1200" b="0">
                <a:solidFill>
                  <a:srgbClr val="93C5FD"/>
                </a:solidFill>
              </a:defRPr>
            </a:lvl4pPr>
            <a:lvl5pPr algn="l">
              <a:defRPr sz="1200" b="0">
                <a:solidFill>
                  <a:srgbClr val="93C5FD"/>
                </a:solidFill>
              </a:defRPr>
            </a:lvl5pPr>
            <a:lvl6pPr algn="l">
              <a:defRPr sz="1200" b="0">
                <a:solidFill>
                  <a:srgbClr val="93C5FD"/>
                </a:solidFill>
              </a:defRPr>
            </a:lvl6pPr>
            <a:lvl7pPr algn="l">
              <a:defRPr sz="1200" b="0">
                <a:solidFill>
                  <a:srgbClr val="93C5FD"/>
                </a:solidFill>
              </a:defRPr>
            </a:lvl7pPr>
            <a:lvl8pPr algn="l">
              <a:defRPr sz="1200" b="0">
                <a:solidFill>
                  <a:srgbClr val="93C5FD"/>
                </a:solidFill>
              </a:defRPr>
            </a:lvl8pPr>
            <a:lvl9pPr algn="l">
              <a:defRPr sz="1200" b="0">
                <a:solidFill>
                  <a:srgbClr val="93C5FD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3C5FD"/>
                </a:solidFill>
              </a:defRPr>
            </a:pPr>
            <a:r>
              <a:rPr sz="1200" b="0">
                <a:solidFill>
                  <a:srgbClr val="93C5FD"/>
                </a:solidFill>
              </a:rPr>
              <a:t>jhan38@hawk.illinoistech.edu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71A2B-C857-4561-B23F-9046E0E0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14400"/>
            <a:ext cx="2381250" cy="4762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55DDD-C8E2-487D-A1BF-9ACCC51F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430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850" b="1">
                <a:solidFill>
                  <a:srgbClr val="06B6D4"/>
                </a:solidFill>
              </a:defRPr>
            </a:defPPr>
            <a:lvl1pPr algn="ctr">
              <a:defRPr sz="2850" b="1">
                <a:solidFill>
                  <a:srgbClr val="06B6D4"/>
                </a:solidFill>
              </a:defRPr>
            </a:lvl1pPr>
            <a:lvl2pPr algn="ctr">
              <a:defRPr sz="2850" b="1">
                <a:solidFill>
                  <a:srgbClr val="06B6D4"/>
                </a:solidFill>
              </a:defRPr>
            </a:lvl2pPr>
            <a:lvl3pPr algn="ctr">
              <a:defRPr sz="2850" b="1">
                <a:solidFill>
                  <a:srgbClr val="06B6D4"/>
                </a:solidFill>
              </a:defRPr>
            </a:lvl3pPr>
            <a:lvl4pPr algn="ctr">
              <a:defRPr sz="2850" b="1">
                <a:solidFill>
                  <a:srgbClr val="06B6D4"/>
                </a:solidFill>
              </a:defRPr>
            </a:lvl4pPr>
            <a:lvl5pPr algn="ctr">
              <a:defRPr sz="2850" b="1">
                <a:solidFill>
                  <a:srgbClr val="06B6D4"/>
                </a:solidFill>
              </a:defRPr>
            </a:lvl5pPr>
            <a:lvl6pPr algn="ctr">
              <a:defRPr sz="2850" b="1">
                <a:solidFill>
                  <a:srgbClr val="06B6D4"/>
                </a:solidFill>
              </a:defRPr>
            </a:lvl6pPr>
            <a:lvl7pPr algn="ctr">
              <a:defRPr sz="2850" b="1">
                <a:solidFill>
                  <a:srgbClr val="06B6D4"/>
                </a:solidFill>
              </a:defRPr>
            </a:lvl7pPr>
            <a:lvl8pPr algn="ctr">
              <a:defRPr sz="2850" b="1">
                <a:solidFill>
                  <a:srgbClr val="06B6D4"/>
                </a:solidFill>
              </a:defRPr>
            </a:lvl8pPr>
            <a:lvl9pPr algn="ctr">
              <a:defRPr sz="2850" b="1">
                <a:solidFill>
                  <a:srgbClr val="06B6D4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6B6D4"/>
                </a:solidFill>
              </a:defRPr>
            </a:pPr>
            <a:r>
              <a:rPr sz="2850" b="1">
                <a:solidFill>
                  <a:srgbClr val="06B6D4"/>
                </a:solidFill>
              </a:rPr>
              <a:t>2 AZs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DBC0D-4652-4146-BFE4-B59F9084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431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</a:defRPr>
            </a:defPPr>
            <a:lvl1pPr algn="ctr">
              <a:defRPr sz="1350" b="0">
                <a:solidFill>
                  <a:srgbClr val="FFFFFF"/>
                </a:solidFill>
              </a:defRPr>
            </a:lvl1pPr>
            <a:lvl2pPr algn="ctr">
              <a:defRPr sz="1350" b="0">
                <a:solidFill>
                  <a:srgbClr val="FFFFFF"/>
                </a:solidFill>
              </a:defRPr>
            </a:lvl2pPr>
            <a:lvl3pPr algn="ctr">
              <a:defRPr sz="1350" b="0">
                <a:solidFill>
                  <a:srgbClr val="FFFFFF"/>
                </a:solidFill>
              </a:defRPr>
            </a:lvl3pPr>
            <a:lvl4pPr algn="ctr">
              <a:defRPr sz="1350" b="0">
                <a:solidFill>
                  <a:srgbClr val="FFFFFF"/>
                </a:solidFill>
              </a:defRPr>
            </a:lvl4pPr>
            <a:lvl5pPr algn="ctr">
              <a:defRPr sz="1350" b="0">
                <a:solidFill>
                  <a:srgbClr val="FFFFFF"/>
                </a:solidFill>
              </a:defRPr>
            </a:lvl5pPr>
            <a:lvl6pPr algn="ctr">
              <a:defRPr sz="1350" b="0">
                <a:solidFill>
                  <a:srgbClr val="FFFFFF"/>
                </a:solidFill>
              </a:defRPr>
            </a:lvl6pPr>
            <a:lvl7pPr algn="ctr">
              <a:defRPr sz="1350" b="0">
                <a:solidFill>
                  <a:srgbClr val="FFFFFF"/>
                </a:solidFill>
              </a:defRPr>
            </a:lvl7pPr>
            <a:lvl8pPr algn="ctr">
              <a:defRPr sz="1350" b="0">
                <a:solidFill>
                  <a:srgbClr val="FFFFFF"/>
                </a:solidFill>
              </a:defRPr>
            </a:lvl8pPr>
            <a:lvl9pPr algn="ctr"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1 stable ALB endpoint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89156-3ADF-4836-B7CF-C4C32770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E42E6-EF6C-4C9D-B626-608E0835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242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550" b="1">
                <a:solidFill>
                  <a:srgbClr val="86EFAC"/>
                </a:solidFill>
              </a:defRPr>
            </a:defPPr>
            <a:lvl1pPr algn="ctr">
              <a:defRPr sz="2550" b="1">
                <a:solidFill>
                  <a:srgbClr val="86EFAC"/>
                </a:solidFill>
              </a:defRPr>
            </a:lvl1pPr>
            <a:lvl2pPr algn="ctr">
              <a:defRPr sz="2550" b="1">
                <a:solidFill>
                  <a:srgbClr val="86EFAC"/>
                </a:solidFill>
              </a:defRPr>
            </a:lvl2pPr>
            <a:lvl3pPr algn="ctr">
              <a:defRPr sz="2550" b="1">
                <a:solidFill>
                  <a:srgbClr val="86EFAC"/>
                </a:solidFill>
              </a:defRPr>
            </a:lvl3pPr>
            <a:lvl4pPr algn="ctr">
              <a:defRPr sz="2550" b="1">
                <a:solidFill>
                  <a:srgbClr val="86EFAC"/>
                </a:solidFill>
              </a:defRPr>
            </a:lvl4pPr>
            <a:lvl5pPr algn="ctr">
              <a:defRPr sz="2550" b="1">
                <a:solidFill>
                  <a:srgbClr val="86EFAC"/>
                </a:solidFill>
              </a:defRPr>
            </a:lvl5pPr>
            <a:lvl6pPr algn="ctr">
              <a:defRPr sz="2550" b="1">
                <a:solidFill>
                  <a:srgbClr val="86EFAC"/>
                </a:solidFill>
              </a:defRPr>
            </a:lvl6pPr>
            <a:lvl7pPr algn="ctr">
              <a:defRPr sz="2550" b="1">
                <a:solidFill>
                  <a:srgbClr val="86EFAC"/>
                </a:solidFill>
              </a:defRPr>
            </a:lvl7pPr>
            <a:lvl8pPr algn="ctr">
              <a:defRPr sz="2550" b="1">
                <a:solidFill>
                  <a:srgbClr val="86EFAC"/>
                </a:solidFill>
              </a:defRPr>
            </a:lvl8pPr>
            <a:lvl9pPr algn="ctr">
              <a:defRPr sz="2550" b="1">
                <a:solidFill>
                  <a:srgbClr val="86EFAC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86EFAC"/>
                </a:solidFill>
              </a:defRPr>
            </a:pPr>
            <a:r>
              <a:rPr sz="2550" b="1">
                <a:solidFill>
                  <a:srgbClr val="86EFAC"/>
                </a:solidFill>
              </a:rPr>
              <a:t>77.49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48288-4743-4F6A-99BC-081523EB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>
                <a:solidFill>
                  <a:srgbClr val="CBD5E1"/>
                </a:solidFill>
              </a:defRPr>
            </a:defPPr>
            <a:lvl1pPr algn="ctr">
              <a:defRPr sz="1200" b="0">
                <a:solidFill>
                  <a:srgbClr val="CBD5E1"/>
                </a:solidFill>
              </a:defRPr>
            </a:lvl1pPr>
            <a:lvl2pPr algn="ctr">
              <a:defRPr sz="1200" b="0">
                <a:solidFill>
                  <a:srgbClr val="CBD5E1"/>
                </a:solidFill>
              </a:defRPr>
            </a:lvl2pPr>
            <a:lvl3pPr algn="ctr">
              <a:defRPr sz="1200" b="0">
                <a:solidFill>
                  <a:srgbClr val="CBD5E1"/>
                </a:solidFill>
              </a:defRPr>
            </a:lvl3pPr>
            <a:lvl4pPr algn="ctr">
              <a:defRPr sz="1200" b="0">
                <a:solidFill>
                  <a:srgbClr val="CBD5E1"/>
                </a:solidFill>
              </a:defRPr>
            </a:lvl4pPr>
            <a:lvl5pPr algn="ctr">
              <a:defRPr sz="1200" b="0">
                <a:solidFill>
                  <a:srgbClr val="CBD5E1"/>
                </a:solidFill>
              </a:defRPr>
            </a:lvl5pPr>
            <a:lvl6pPr algn="ctr">
              <a:defRPr sz="1200" b="0">
                <a:solidFill>
                  <a:srgbClr val="CBD5E1"/>
                </a:solidFill>
              </a:defRPr>
            </a:lvl6pPr>
            <a:lvl7pPr algn="ctr">
              <a:defRPr sz="1200" b="0">
                <a:solidFill>
                  <a:srgbClr val="CBD5E1"/>
                </a:solidFill>
              </a:defRPr>
            </a:lvl7pPr>
            <a:lvl8pPr algn="ctr">
              <a:defRPr sz="1200" b="0">
                <a:solidFill>
                  <a:srgbClr val="CBD5E1"/>
                </a:solidFill>
              </a:defRPr>
            </a:lvl8pPr>
            <a:lvl9pPr algn="ctr">
              <a:defRPr sz="1200" b="0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measured outage</a:t>
            </a:r>
          </a:p>
        </p:txBody>
      </p:sp>
    </p:spTree>
    <p:extLst>
      <p:ext uri="{BB962C8B-B14F-4D97-AF65-F5344CB8AC3E}">
        <p14:creationId xmlns:p14="http://schemas.microsoft.com/office/powerpoint/2010/main" val="9801429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875B13-8E3B-4783-8296-DE751404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085BF-7540-4E7E-B8A9-A149018D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Multi-AZ application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3080B-5FD8-4562-98D9-0C2CF925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720EB-569E-45BB-B3E4-A982F3EA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64748B"/>
                </a:solidFill>
              </a:defRPr>
            </a:defPPr>
            <a:lvl1pPr algn="ctr">
              <a:defRPr sz="1425" b="1">
                <a:solidFill>
                  <a:srgbClr val="64748B"/>
                </a:solidFill>
              </a:defRPr>
            </a:lvl1pPr>
            <a:lvl2pPr algn="ctr">
              <a:defRPr sz="1425" b="1">
                <a:solidFill>
                  <a:srgbClr val="64748B"/>
                </a:solidFill>
              </a:defRPr>
            </a:lvl2pPr>
            <a:lvl3pPr algn="ctr">
              <a:defRPr sz="1425" b="1">
                <a:solidFill>
                  <a:srgbClr val="64748B"/>
                </a:solidFill>
              </a:defRPr>
            </a:lvl3pPr>
            <a:lvl4pPr algn="ctr">
              <a:defRPr sz="1425" b="1">
                <a:solidFill>
                  <a:srgbClr val="64748B"/>
                </a:solidFill>
              </a:defRPr>
            </a:lvl4pPr>
            <a:lvl5pPr algn="ctr">
              <a:defRPr sz="1425" b="1">
                <a:solidFill>
                  <a:srgbClr val="64748B"/>
                </a:solidFill>
              </a:defRPr>
            </a:lvl5pPr>
            <a:lvl6pPr algn="ctr">
              <a:defRPr sz="1425" b="1">
                <a:solidFill>
                  <a:srgbClr val="64748B"/>
                </a:solidFill>
              </a:defRPr>
            </a:lvl6pPr>
            <a:lvl7pPr algn="ctr">
              <a:defRPr sz="1425" b="1">
                <a:solidFill>
                  <a:srgbClr val="64748B"/>
                </a:solidFill>
              </a:defRPr>
            </a:lvl7pPr>
            <a:lvl8pPr algn="ctr">
              <a:defRPr sz="1425" b="1">
                <a:solidFill>
                  <a:srgbClr val="64748B"/>
                </a:solidFill>
              </a:defRPr>
            </a:lvl8pPr>
            <a:lvl9pPr algn="ctr">
              <a:defRPr sz="14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64748B"/>
                </a:solidFill>
              </a:defRPr>
            </a:pPr>
            <a:r>
              <a:rPr sz="1425" b="1">
                <a:solidFill>
                  <a:srgbClr val="64748B"/>
                </a:solidFill>
              </a:rPr>
              <a:t>Internet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A6258-54B6-4F99-9080-C3940FC2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42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EE7B7-C5E7-4BCD-85B4-3282DD5B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Clients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B1A71-5C63-4782-BAA6-48D200CE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HTTP 8080 / 8081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F605F-1BAC-42CD-B2E1-34684DCE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2476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EF1FD-3FA0-4E61-8123-52039D7E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669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1D4ED8"/>
                </a:solidFill>
              </a:defRPr>
            </a:defPPr>
            <a:lvl1pPr algn="ctr">
              <a:defRPr sz="1500" b="1">
                <a:solidFill>
                  <a:srgbClr val="1D4ED8"/>
                </a:solidFill>
              </a:defRPr>
            </a:lvl1pPr>
            <a:lvl2pPr algn="ctr">
              <a:defRPr sz="1500" b="1">
                <a:solidFill>
                  <a:srgbClr val="1D4ED8"/>
                </a:solidFill>
              </a:defRPr>
            </a:lvl2pPr>
            <a:lvl3pPr algn="ctr">
              <a:defRPr sz="1500" b="1">
                <a:solidFill>
                  <a:srgbClr val="1D4ED8"/>
                </a:solidFill>
              </a:defRPr>
            </a:lvl3pPr>
            <a:lvl4pPr algn="ctr">
              <a:defRPr sz="1500" b="1">
                <a:solidFill>
                  <a:srgbClr val="1D4ED8"/>
                </a:solidFill>
              </a:defRPr>
            </a:lvl4pPr>
            <a:lvl5pPr algn="ctr">
              <a:defRPr sz="1500" b="1">
                <a:solidFill>
                  <a:srgbClr val="1D4ED8"/>
                </a:solidFill>
              </a:defRPr>
            </a:lvl5pPr>
            <a:lvl6pPr algn="ctr">
              <a:defRPr sz="1500" b="1">
                <a:solidFill>
                  <a:srgbClr val="1D4ED8"/>
                </a:solidFill>
              </a:defRPr>
            </a:lvl6pPr>
            <a:lvl7pPr algn="ctr">
              <a:defRPr sz="1500" b="1">
                <a:solidFill>
                  <a:srgbClr val="1D4ED8"/>
                </a:solidFill>
              </a:defRPr>
            </a:lvl7pPr>
            <a:lvl8pPr algn="ctr">
              <a:defRPr sz="1500" b="1">
                <a:solidFill>
                  <a:srgbClr val="1D4ED8"/>
                </a:solidFill>
              </a:defRPr>
            </a:lvl8pPr>
            <a:lvl9pPr algn="ctr">
              <a:defRPr sz="150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D4ED8"/>
                </a:solidFill>
              </a:defRPr>
            </a:pPr>
            <a:r>
              <a:rPr sz="1500" b="1">
                <a:solidFill>
                  <a:srgbClr val="1D4ED8"/>
                </a:solidFill>
              </a:rPr>
              <a:t>Application Load</a:t>
            </a:r>
          </a:p>
          <a:p xmlns:a="http://schemas.openxmlformats.org/drawingml/2006/main">
            <a:pPr algn="ctr">
              <a:defRPr sz="1500" b="1">
                <a:solidFill>
                  <a:srgbClr val="1D4ED8"/>
                </a:solidFill>
              </a:defRPr>
            </a:pPr>
            <a:r>
              <a:rPr sz="1500" b="1">
                <a:solidFill>
                  <a:srgbClr val="1D4ED8"/>
                </a:solidFill>
              </a:rPr>
              <a:t>Balancer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201D5-F88C-4755-A409-7D61F784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765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0">
                <a:solidFill>
                  <a:srgbClr val="64748B"/>
                </a:solidFill>
              </a:defRPr>
            </a:defPPr>
            <a:lvl1pPr algn="ctr">
              <a:defRPr sz="975" b="0">
                <a:solidFill>
                  <a:srgbClr val="64748B"/>
                </a:solidFill>
              </a:defRPr>
            </a:lvl1pPr>
            <a:lvl2pPr algn="ctr">
              <a:defRPr sz="975" b="0">
                <a:solidFill>
                  <a:srgbClr val="64748B"/>
                </a:solidFill>
              </a:defRPr>
            </a:lvl2pPr>
            <a:lvl3pPr algn="ctr">
              <a:defRPr sz="975" b="0">
                <a:solidFill>
                  <a:srgbClr val="64748B"/>
                </a:solidFill>
              </a:defRPr>
            </a:lvl3pPr>
            <a:lvl4pPr algn="ctr">
              <a:defRPr sz="975" b="0">
                <a:solidFill>
                  <a:srgbClr val="64748B"/>
                </a:solidFill>
              </a:defRPr>
            </a:lvl4pPr>
            <a:lvl5pPr algn="ctr">
              <a:defRPr sz="975" b="0">
                <a:solidFill>
                  <a:srgbClr val="64748B"/>
                </a:solidFill>
              </a:defRPr>
            </a:lvl5pPr>
            <a:lvl6pPr algn="ctr">
              <a:defRPr sz="975" b="0">
                <a:solidFill>
                  <a:srgbClr val="64748B"/>
                </a:solidFill>
              </a:defRPr>
            </a:lvl6pPr>
            <a:lvl7pPr algn="ctr">
              <a:defRPr sz="975" b="0">
                <a:solidFill>
                  <a:srgbClr val="64748B"/>
                </a:solidFill>
              </a:defRPr>
            </a:lvl7pPr>
            <a:lvl8pPr algn="ctr">
              <a:defRPr sz="975" b="0">
                <a:solidFill>
                  <a:srgbClr val="64748B"/>
                </a:solidFill>
              </a:defRPr>
            </a:lvl8pPr>
            <a:lvl9pPr algn="ctr">
              <a:defRPr sz="9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Stable DNS across two subnets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0225F-F00E-47B2-A91E-B151B7EC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71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forwards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7105A-D22E-404B-BCB8-4DB30CB9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FBEC9-1A81-4361-AE87-36EBF184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43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2563EB"/>
                </a:solidFill>
              </a:defRPr>
            </a:defPPr>
            <a:lvl1pPr algn="ctr">
              <a:defRPr sz="1500" b="1">
                <a:solidFill>
                  <a:srgbClr val="2563EB"/>
                </a:solidFill>
              </a:defRPr>
            </a:lvl1pPr>
            <a:lvl2pPr algn="ctr">
              <a:defRPr sz="1500" b="1">
                <a:solidFill>
                  <a:srgbClr val="2563EB"/>
                </a:solidFill>
              </a:defRPr>
            </a:lvl2pPr>
            <a:lvl3pPr algn="ctr">
              <a:defRPr sz="1500" b="1">
                <a:solidFill>
                  <a:srgbClr val="2563EB"/>
                </a:solidFill>
              </a:defRPr>
            </a:lvl3pPr>
            <a:lvl4pPr algn="ctr">
              <a:defRPr sz="1500" b="1">
                <a:solidFill>
                  <a:srgbClr val="2563EB"/>
                </a:solidFill>
              </a:defRPr>
            </a:lvl4pPr>
            <a:lvl5pPr algn="ctr">
              <a:defRPr sz="1500" b="1">
                <a:solidFill>
                  <a:srgbClr val="2563EB"/>
                </a:solidFill>
              </a:defRPr>
            </a:lvl5pPr>
            <a:lvl6pPr algn="ctr">
              <a:defRPr sz="1500" b="1">
                <a:solidFill>
                  <a:srgbClr val="2563EB"/>
                </a:solidFill>
              </a:defRPr>
            </a:lvl6pPr>
            <a:lvl7pPr algn="ctr">
              <a:defRPr sz="1500" b="1">
                <a:solidFill>
                  <a:srgbClr val="2563EB"/>
                </a:solidFill>
              </a:defRPr>
            </a:lvl7pPr>
            <a:lvl8pPr algn="ctr">
              <a:defRPr sz="1500" b="1">
                <a:solidFill>
                  <a:srgbClr val="2563EB"/>
                </a:solidFill>
              </a:defRPr>
            </a:lvl8pPr>
            <a:lvl9pPr algn="ctr">
              <a:defRPr sz="150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Uploader target group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848DBE-22C2-4236-9607-A23DEB6A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ASG desired = 1 · port 3000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29DF4E-553B-4F9A-9B0B-2BFF2D0A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95650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AB026D-2BB5-4D0E-91FB-F045CDCB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06B6D4"/>
                </a:solidFill>
              </a:defRPr>
            </a:defPPr>
            <a:lvl1pPr algn="ctr">
              <a:defRPr sz="1500" b="1">
                <a:solidFill>
                  <a:srgbClr val="06B6D4"/>
                </a:solidFill>
              </a:defRPr>
            </a:lvl1pPr>
            <a:lvl2pPr algn="ctr">
              <a:defRPr sz="1500" b="1">
                <a:solidFill>
                  <a:srgbClr val="06B6D4"/>
                </a:solidFill>
              </a:defRPr>
            </a:lvl2pPr>
            <a:lvl3pPr algn="ctr">
              <a:defRPr sz="1500" b="1">
                <a:solidFill>
                  <a:srgbClr val="06B6D4"/>
                </a:solidFill>
              </a:defRPr>
            </a:lvl3pPr>
            <a:lvl4pPr algn="ctr">
              <a:defRPr sz="1500" b="1">
                <a:solidFill>
                  <a:srgbClr val="06B6D4"/>
                </a:solidFill>
              </a:defRPr>
            </a:lvl4pPr>
            <a:lvl5pPr algn="ctr">
              <a:defRPr sz="1500" b="1">
                <a:solidFill>
                  <a:srgbClr val="06B6D4"/>
                </a:solidFill>
              </a:defRPr>
            </a:lvl5pPr>
            <a:lvl6pPr algn="ctr">
              <a:defRPr sz="1500" b="1">
                <a:solidFill>
                  <a:srgbClr val="06B6D4"/>
                </a:solidFill>
              </a:defRPr>
            </a:lvl6pPr>
            <a:lvl7pPr algn="ctr">
              <a:defRPr sz="1500" b="1">
                <a:solidFill>
                  <a:srgbClr val="06B6D4"/>
                </a:solidFill>
              </a:defRPr>
            </a:lvl7pPr>
            <a:lvl8pPr algn="ctr">
              <a:defRPr sz="1500" b="1">
                <a:solidFill>
                  <a:srgbClr val="06B6D4"/>
                </a:solidFill>
              </a:defRPr>
            </a:lvl8pPr>
            <a:lvl9pPr algn="ctr">
              <a:defRPr sz="1500" b="1">
                <a:solidFill>
                  <a:srgbClr val="06B6D4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6B6D4"/>
                </a:solidFill>
              </a:defRPr>
            </a:pPr>
            <a:r>
              <a:rPr sz="1500" b="1">
                <a:solidFill>
                  <a:srgbClr val="06B6D4"/>
                </a:solidFill>
              </a:rPr>
              <a:t>Viewer target group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3BD97B-164B-4BF6-8F51-45D742B8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86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ASG desired = 1 · port 3000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EE6FCB-7786-4498-9A72-CFF22901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9575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30E5AD-96AC-4A70-AF46-3248A1A4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148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725" b="1">
                <a:solidFill>
                  <a:srgbClr val="15803D"/>
                </a:solidFill>
              </a:defRPr>
            </a:defPPr>
            <a:lvl1pPr algn="ctr">
              <a:defRPr sz="1725" b="1">
                <a:solidFill>
                  <a:srgbClr val="15803D"/>
                </a:solidFill>
              </a:defRPr>
            </a:lvl1pPr>
            <a:lvl2pPr algn="ctr">
              <a:defRPr sz="1725" b="1">
                <a:solidFill>
                  <a:srgbClr val="15803D"/>
                </a:solidFill>
              </a:defRPr>
            </a:lvl2pPr>
            <a:lvl3pPr algn="ctr">
              <a:defRPr sz="1725" b="1">
                <a:solidFill>
                  <a:srgbClr val="15803D"/>
                </a:solidFill>
              </a:defRPr>
            </a:lvl3pPr>
            <a:lvl4pPr algn="ctr">
              <a:defRPr sz="1725" b="1">
                <a:solidFill>
                  <a:srgbClr val="15803D"/>
                </a:solidFill>
              </a:defRPr>
            </a:lvl4pPr>
            <a:lvl5pPr algn="ctr">
              <a:defRPr sz="1725" b="1">
                <a:solidFill>
                  <a:srgbClr val="15803D"/>
                </a:solidFill>
              </a:defRPr>
            </a:lvl5pPr>
            <a:lvl6pPr algn="ctr">
              <a:defRPr sz="1725" b="1">
                <a:solidFill>
                  <a:srgbClr val="15803D"/>
                </a:solidFill>
              </a:defRPr>
            </a:lvl6pPr>
            <a:lvl7pPr algn="ctr">
              <a:defRPr sz="1725" b="1">
                <a:solidFill>
                  <a:srgbClr val="15803D"/>
                </a:solidFill>
              </a:defRPr>
            </a:lvl7pPr>
            <a:lvl8pPr algn="ctr">
              <a:defRPr sz="1725" b="1">
                <a:solidFill>
                  <a:srgbClr val="15803D"/>
                </a:solidFill>
              </a:defRPr>
            </a:lvl8pPr>
            <a:lvl9pPr algn="ctr">
              <a:defRPr sz="1725" b="1">
                <a:solidFill>
                  <a:srgbClr val="15803D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5803D"/>
                </a:solidFill>
              </a:defRPr>
            </a:pPr>
            <a:r>
              <a:rPr sz="1725" b="1">
                <a:solidFill>
                  <a:srgbClr val="15803D"/>
                </a:solidFill>
              </a:rPr>
              <a:t>Amazon S3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EDC2CB-C401-4ACA-9C35-6FCA742B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053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Shared upload storage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A591B-3F25-4A19-ACD1-7A3A9CE5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479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3E9DE1-8B93-48FD-9C28-E4FE89D3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479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F8EBCE-14FD-48F5-B530-1F9A417F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285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568B1E-F4BE-4E48-80FC-1C50D19F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271064-501C-4271-A404-FBAB420B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EA75CE-A4E0-4C04-B446-1E3B0EEE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19450"/>
            <a:ext cx="28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7E63D0-247E-4674-B460-88298A9B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111827"/>
                </a:solidFill>
              </a:defRPr>
            </a:defPPr>
            <a:lvl1pPr algn="ctr">
              <a:defRPr sz="1500" b="1">
                <a:solidFill>
                  <a:srgbClr val="111827"/>
                </a:solidFill>
              </a:defRPr>
            </a:lvl1pPr>
            <a:lvl2pPr algn="ctr">
              <a:defRPr sz="1500" b="1">
                <a:solidFill>
                  <a:srgbClr val="111827"/>
                </a:solidFill>
              </a:defRPr>
            </a:lvl2pPr>
            <a:lvl3pPr algn="ctr">
              <a:defRPr sz="1500" b="1">
                <a:solidFill>
                  <a:srgbClr val="111827"/>
                </a:solidFill>
              </a:defRPr>
            </a:lvl3pPr>
            <a:lvl4pPr algn="ctr">
              <a:defRPr sz="1500" b="1">
                <a:solidFill>
                  <a:srgbClr val="111827"/>
                </a:solidFill>
              </a:defRPr>
            </a:lvl4pPr>
            <a:lvl5pPr algn="ctr">
              <a:defRPr sz="1500" b="1">
                <a:solidFill>
                  <a:srgbClr val="111827"/>
                </a:solidFill>
              </a:defRPr>
            </a:lvl5pPr>
            <a:lvl6pPr algn="ctr">
              <a:defRPr sz="1500" b="1">
                <a:solidFill>
                  <a:srgbClr val="111827"/>
                </a:solidFill>
              </a:defRPr>
            </a:lvl6pPr>
            <a:lvl7pPr algn="ctr">
              <a:defRPr sz="1500" b="1">
                <a:solidFill>
                  <a:srgbClr val="111827"/>
                </a:solidFill>
              </a:defRPr>
            </a:lvl7pPr>
            <a:lvl8pPr algn="ctr">
              <a:defRPr sz="1500" b="1">
                <a:solidFill>
                  <a:srgbClr val="111827"/>
                </a:solidFill>
              </a:defRPr>
            </a:lvl8pPr>
            <a:lvl9pPr algn="ctr">
              <a:defRPr sz="150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The ALB owns the public entry point. Each ASG replaces a failed instance from the latest launch template.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B05C1A-2CDE-415E-9996-44AA4E29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E9C021-C82C-49D8-981C-282967DC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856346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1ED66A-4AD2-4406-87A1-3D313CE2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PROVISIONING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241EB-8A99-4BD2-8042-0FA46BEC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Stack creation produced both ALB endpoints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B168A-8015-42DE-BC8A-CD325062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A4CF1-A093-42BB-B3D6-71EDB4CF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5143500" cy="4305300"/>
          </a:xfrm>
          <a:prstGeom xmlns:a="http://schemas.openxmlformats.org/drawingml/2006/main" prst="roundRect">
            <a:avLst>
              <a:gd name="adj" fmla="val 2655"/>
            </a:avLst>
          </a:prstGeom>
          <a:solidFill xmlns:a="http://schemas.openxmlformats.org/drawingml/2006/main">
            <a:srgbClr val="2025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B649B-F1F3-4E08-81AB-F20DDA6226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fac0552624f7b"/>
          <a:stretch xmlns:a="http://schemas.openxmlformats.org/drawingml/2006/main"/>
        </p:blipFill>
        <p:spPr>
          <a:xfrm xmlns:a="http://schemas.openxmlformats.org/drawingml/2006/main">
            <a:off x="1867979" y="1733550"/>
            <a:ext cx="2741042" cy="40386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BBFC9-923A-4F16-9D1A-FE02EB5B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111827"/>
                </a:solidFill>
              </a:defRPr>
            </a:defPPr>
            <a:lvl1pPr algn="l">
              <a:defRPr sz="1875" b="1">
                <a:solidFill>
                  <a:srgbClr val="111827"/>
                </a:solidFill>
              </a:defRPr>
            </a:lvl1pPr>
            <a:lvl2pPr algn="l">
              <a:defRPr sz="1875" b="1">
                <a:solidFill>
                  <a:srgbClr val="111827"/>
                </a:solidFill>
              </a:defRPr>
            </a:lvl2pPr>
            <a:lvl3pPr algn="l">
              <a:defRPr sz="1875" b="1">
                <a:solidFill>
                  <a:srgbClr val="111827"/>
                </a:solidFill>
              </a:defRPr>
            </a:lvl3pPr>
            <a:lvl4pPr algn="l">
              <a:defRPr sz="1875" b="1">
                <a:solidFill>
                  <a:srgbClr val="111827"/>
                </a:solidFill>
              </a:defRPr>
            </a:lvl4pPr>
            <a:lvl5pPr algn="l">
              <a:defRPr sz="1875" b="1">
                <a:solidFill>
                  <a:srgbClr val="111827"/>
                </a:solidFill>
              </a:defRPr>
            </a:lvl5pPr>
            <a:lvl6pPr algn="l">
              <a:defRPr sz="1875" b="1">
                <a:solidFill>
                  <a:srgbClr val="111827"/>
                </a:solidFill>
              </a:defRPr>
            </a:lvl6pPr>
            <a:lvl7pPr algn="l">
              <a:defRPr sz="1875" b="1">
                <a:solidFill>
                  <a:srgbClr val="111827"/>
                </a:solidFill>
              </a:defRPr>
            </a:lvl7pPr>
            <a:lvl8pPr algn="l">
              <a:defRPr sz="1875" b="1">
                <a:solidFill>
                  <a:srgbClr val="111827"/>
                </a:solidFill>
              </a:defRPr>
            </a:lvl8pPr>
            <a:lvl9pPr algn="l">
              <a:defRPr sz="187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What the script created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000AD-6105-44A5-AFEF-0A35E37E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197F0-4A6B-43BA-9675-820F366E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955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Default VPC and subnets in us-east-2a / 2b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21ABC-FC9A-4AE7-A946-B795E0B5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845B7-9D32-4279-B3BB-C4806F09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432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ALB security group and restricted app ingress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92197-B454-4297-9DE6-90696B61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6D8368-4C71-4A4D-B481-3ED4A6ED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909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Two target groups with 10-second health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49D3B0-6B9E-4FD1-AB04-87E78DD9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CD188-4ABC-461F-99AD-B9B7C65C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86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Listeners on ports 8080 and 8081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3E9A1-F534-4609-9792-B2376BEA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3E4B12-7D2E-4D53-9B67-E974B1C1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863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Uploader and viewer ASGs using $Latest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C25DB9-ECA7-4E75-BA96-5F9315F3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2FADB8-C0BB-476D-8941-916DCB8B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275281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0CF5E-5FCF-43E1-BB4A-97BE2B3C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8B0CB-AD89-4C5F-8EDE-4F1C57EB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Both application endpoints were reachable through the ALB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B2E90-D46B-4849-9671-550D7512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80B91-049F-4864-B231-81E33706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514350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AF5E7-E021-444F-8DCF-8BE2379FF7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b537558fa45ca"/>
          <a:stretch xmlns:a="http://schemas.openxmlformats.org/drawingml/2006/main"/>
        </p:blipFill>
        <p:spPr>
          <a:xfrm xmlns:a="http://schemas.openxmlformats.org/drawingml/2006/main">
            <a:off x="1107873" y="1847850"/>
            <a:ext cx="4261254" cy="33909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4E964-E23A-4233-A07C-D87636DE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76400"/>
            <a:ext cx="514350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87110-CA0B-4AB5-B197-CF00115E87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a6da1ce064661"/>
          <a:stretch xmlns:a="http://schemas.openxmlformats.org/drawingml/2006/main"/>
        </p:blipFill>
        <p:spPr>
          <a:xfrm xmlns:a="http://schemas.openxmlformats.org/drawingml/2006/main">
            <a:off x="6822873" y="1847850"/>
            <a:ext cx="4261254" cy="3390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4BF70-C08C-41F2-8CDE-CCA1EDCD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2563EB"/>
                </a:solidFill>
              </a:defRPr>
            </a:defPPr>
            <a:lvl1pPr algn="ctr">
              <a:defRPr sz="1425" b="1">
                <a:solidFill>
                  <a:srgbClr val="2563EB"/>
                </a:solidFill>
              </a:defRPr>
            </a:lvl1pPr>
            <a:lvl2pPr algn="ctr">
              <a:defRPr sz="1425" b="1">
                <a:solidFill>
                  <a:srgbClr val="2563EB"/>
                </a:solidFill>
              </a:defRPr>
            </a:lvl2pPr>
            <a:lvl3pPr algn="ctr">
              <a:defRPr sz="1425" b="1">
                <a:solidFill>
                  <a:srgbClr val="2563EB"/>
                </a:solidFill>
              </a:defRPr>
            </a:lvl3pPr>
            <a:lvl4pPr algn="ctr">
              <a:defRPr sz="1425" b="1">
                <a:solidFill>
                  <a:srgbClr val="2563EB"/>
                </a:solidFill>
              </a:defRPr>
            </a:lvl4pPr>
            <a:lvl5pPr algn="ctr">
              <a:defRPr sz="1425" b="1">
                <a:solidFill>
                  <a:srgbClr val="2563EB"/>
                </a:solidFill>
              </a:defRPr>
            </a:lvl5pPr>
            <a:lvl6pPr algn="ctr">
              <a:defRPr sz="1425" b="1">
                <a:solidFill>
                  <a:srgbClr val="2563EB"/>
                </a:solidFill>
              </a:defRPr>
            </a:lvl6pPr>
            <a:lvl7pPr algn="ctr">
              <a:defRPr sz="1425" b="1">
                <a:solidFill>
                  <a:srgbClr val="2563EB"/>
                </a:solidFill>
              </a:defRPr>
            </a:lvl7pPr>
            <a:lvl8pPr algn="ctr">
              <a:defRPr sz="1425" b="1">
                <a:solidFill>
                  <a:srgbClr val="2563EB"/>
                </a:solidFill>
              </a:defRPr>
            </a:lvl8pPr>
            <a:lvl9pPr algn="ctr">
              <a:defRPr sz="142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Uploader · :8080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F3C67-CD30-46F2-A646-10072B37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816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06B6D4"/>
                </a:solidFill>
              </a:defRPr>
            </a:defPPr>
            <a:lvl1pPr algn="ctr">
              <a:defRPr sz="1425" b="1">
                <a:solidFill>
                  <a:srgbClr val="06B6D4"/>
                </a:solidFill>
              </a:defRPr>
            </a:lvl1pPr>
            <a:lvl2pPr algn="ctr">
              <a:defRPr sz="1425" b="1">
                <a:solidFill>
                  <a:srgbClr val="06B6D4"/>
                </a:solidFill>
              </a:defRPr>
            </a:lvl2pPr>
            <a:lvl3pPr algn="ctr">
              <a:defRPr sz="1425" b="1">
                <a:solidFill>
                  <a:srgbClr val="06B6D4"/>
                </a:solidFill>
              </a:defRPr>
            </a:lvl3pPr>
            <a:lvl4pPr algn="ctr">
              <a:defRPr sz="1425" b="1">
                <a:solidFill>
                  <a:srgbClr val="06B6D4"/>
                </a:solidFill>
              </a:defRPr>
            </a:lvl4pPr>
            <a:lvl5pPr algn="ctr">
              <a:defRPr sz="1425" b="1">
                <a:solidFill>
                  <a:srgbClr val="06B6D4"/>
                </a:solidFill>
              </a:defRPr>
            </a:lvl5pPr>
            <a:lvl6pPr algn="ctr">
              <a:defRPr sz="1425" b="1">
                <a:solidFill>
                  <a:srgbClr val="06B6D4"/>
                </a:solidFill>
              </a:defRPr>
            </a:lvl6pPr>
            <a:lvl7pPr algn="ctr">
              <a:defRPr sz="1425" b="1">
                <a:solidFill>
                  <a:srgbClr val="06B6D4"/>
                </a:solidFill>
              </a:defRPr>
            </a:lvl7pPr>
            <a:lvl8pPr algn="ctr">
              <a:defRPr sz="1425" b="1">
                <a:solidFill>
                  <a:srgbClr val="06B6D4"/>
                </a:solidFill>
              </a:defRPr>
            </a:lvl8pPr>
            <a:lvl9pPr algn="ctr">
              <a:defRPr sz="1425" b="1">
                <a:solidFill>
                  <a:srgbClr val="06B6D4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6B6D4"/>
                </a:solidFill>
              </a:defRPr>
            </a:pPr>
            <a:r>
              <a:rPr sz="1425" b="1">
                <a:solidFill>
                  <a:srgbClr val="06B6D4"/>
                </a:solidFill>
              </a:rPr>
              <a:t>Viewer · :8081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70A22-906E-4229-9FD6-792F3488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198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>
                <a:solidFill>
                  <a:srgbClr val="111827"/>
                </a:solidFill>
              </a:defRPr>
            </a:defPPr>
            <a:lvl1pPr algn="ctr">
              <a:defRPr sz="1350" b="0">
                <a:solidFill>
                  <a:srgbClr val="111827"/>
                </a:solidFill>
              </a:defRPr>
            </a:lvl1pPr>
            <a:lvl2pPr algn="ctr">
              <a:defRPr sz="1350" b="0">
                <a:solidFill>
                  <a:srgbClr val="111827"/>
                </a:solidFill>
              </a:defRPr>
            </a:lvl2pPr>
            <a:lvl3pPr algn="ctr">
              <a:defRPr sz="1350" b="0">
                <a:solidFill>
                  <a:srgbClr val="111827"/>
                </a:solidFill>
              </a:defRPr>
            </a:lvl3pPr>
            <a:lvl4pPr algn="ctr">
              <a:defRPr sz="1350" b="0">
                <a:solidFill>
                  <a:srgbClr val="111827"/>
                </a:solidFill>
              </a:defRPr>
            </a:lvl4pPr>
            <a:lvl5pPr algn="ctr">
              <a:defRPr sz="1350" b="0">
                <a:solidFill>
                  <a:srgbClr val="111827"/>
                </a:solidFill>
              </a:defRPr>
            </a:lvl5pPr>
            <a:lvl6pPr algn="ctr">
              <a:defRPr sz="1350" b="0">
                <a:solidFill>
                  <a:srgbClr val="111827"/>
                </a:solidFill>
              </a:defRPr>
            </a:lvl6pPr>
            <a:lvl7pPr algn="ctr">
              <a:defRPr sz="1350" b="0">
                <a:solidFill>
                  <a:srgbClr val="111827"/>
                </a:solidFill>
              </a:defRPr>
            </a:lvl7pPr>
            <a:lvl8pPr algn="ctr">
              <a:defRPr sz="1350" b="0">
                <a:solidFill>
                  <a:srgbClr val="111827"/>
                </a:solidFill>
              </a:defRPr>
            </a:lvl8pPr>
            <a:lvl9pPr algn="ctr">
              <a:defRPr sz="1350" b="0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The screenshots confirm that both listener ports returned their application pages through the same ALB DNS name.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EC5B6-9600-41E1-8D47-19D91B1F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30283-2F85-4383-8C50-CD38206D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063493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E94BC7-C87D-46DC-A53B-F60DC42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HEALTH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18D9B-5E4D-4A41-B0B0-85871B7E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Target health confirms the routing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D0816-859A-4BA7-88D4-ECD6C36F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E1AE3-E145-46F4-BA09-55D1B5B1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68580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2025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B4802-BAD6-4746-BBA5-5DFF0A161E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07be317a44380"/>
          <a:stretch xmlns:a="http://schemas.openxmlformats.org/drawingml/2006/main"/>
        </p:blipFill>
        <p:spPr>
          <a:xfrm xmlns:a="http://schemas.openxmlformats.org/drawingml/2006/main">
            <a:off x="915276" y="1790700"/>
            <a:ext cx="6360947" cy="3886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6AA83-CADB-4804-A28F-585BF9E7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</a:defRPr>
            </a:defPPr>
            <a:lvl1pPr algn="l">
              <a:defRPr sz="1800" b="1">
                <a:solidFill>
                  <a:srgbClr val="111827"/>
                </a:solidFill>
              </a:defRPr>
            </a:lvl1pPr>
            <a:lvl2pPr algn="l">
              <a:defRPr sz="1800" b="1">
                <a:solidFill>
                  <a:srgbClr val="111827"/>
                </a:solidFill>
              </a:defRPr>
            </a:lvl2pPr>
            <a:lvl3pPr algn="l">
              <a:defRPr sz="1800" b="1">
                <a:solidFill>
                  <a:srgbClr val="111827"/>
                </a:solidFill>
              </a:defRPr>
            </a:lvl3pPr>
            <a:lvl4pPr algn="l">
              <a:defRPr sz="1800" b="1">
                <a:solidFill>
                  <a:srgbClr val="111827"/>
                </a:solidFill>
              </a:defRPr>
            </a:lvl4pPr>
            <a:lvl5pPr algn="l">
              <a:defRPr sz="1800" b="1">
                <a:solidFill>
                  <a:srgbClr val="111827"/>
                </a:solidFill>
              </a:defRPr>
            </a:lvl5pPr>
            <a:lvl6pPr algn="l">
              <a:defRPr sz="1800" b="1">
                <a:solidFill>
                  <a:srgbClr val="111827"/>
                </a:solidFill>
              </a:defRPr>
            </a:lvl6pPr>
            <a:lvl7pPr algn="l">
              <a:defRPr sz="1800" b="1">
                <a:solidFill>
                  <a:srgbClr val="111827"/>
                </a:solidFill>
              </a:defRPr>
            </a:lvl7pPr>
            <a:lvl8pPr algn="l">
              <a:defRPr sz="1800" b="1">
                <a:solidFill>
                  <a:srgbClr val="111827"/>
                </a:solidFill>
              </a:defRPr>
            </a:lvl8pPr>
            <a:lvl9pPr algn="l">
              <a:defRPr sz="180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Health-check policy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AE37C-902A-4D4F-9873-1CAD7032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563EB"/>
                </a:solidFill>
              </a:defRPr>
            </a:defPPr>
            <a:lvl1pPr algn="l">
              <a:defRPr sz="2550" b="1">
                <a:solidFill>
                  <a:srgbClr val="2563EB"/>
                </a:solidFill>
              </a:defRPr>
            </a:lvl1pPr>
            <a:lvl2pPr algn="l">
              <a:defRPr sz="2550" b="1">
                <a:solidFill>
                  <a:srgbClr val="2563EB"/>
                </a:solidFill>
              </a:defRPr>
            </a:lvl2pPr>
            <a:lvl3pPr algn="l">
              <a:defRPr sz="2550" b="1">
                <a:solidFill>
                  <a:srgbClr val="2563EB"/>
                </a:solidFill>
              </a:defRPr>
            </a:lvl3pPr>
            <a:lvl4pPr algn="l">
              <a:defRPr sz="2550" b="1">
                <a:solidFill>
                  <a:srgbClr val="2563EB"/>
                </a:solidFill>
              </a:defRPr>
            </a:lvl4pPr>
            <a:lvl5pPr algn="l">
              <a:defRPr sz="2550" b="1">
                <a:solidFill>
                  <a:srgbClr val="2563EB"/>
                </a:solidFill>
              </a:defRPr>
            </a:lvl5pPr>
            <a:lvl6pPr algn="l">
              <a:defRPr sz="2550" b="1">
                <a:solidFill>
                  <a:srgbClr val="2563EB"/>
                </a:solidFill>
              </a:defRPr>
            </a:lvl6pPr>
            <a:lvl7pPr algn="l">
              <a:defRPr sz="2550" b="1">
                <a:solidFill>
                  <a:srgbClr val="2563EB"/>
                </a:solidFill>
              </a:defRPr>
            </a:lvl7pPr>
            <a:lvl8pPr algn="l">
              <a:defRPr sz="2550" b="1">
                <a:solidFill>
                  <a:srgbClr val="2563EB"/>
                </a:solidFill>
              </a:defRPr>
            </a:lvl8pPr>
            <a:lvl9pPr algn="l">
              <a:defRPr sz="25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10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1DB86-C558-4F78-ABDB-A39814C3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669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</a:defRPr>
            </a:defPPr>
            <a:lvl1pPr algn="l">
              <a:defRPr sz="1275" b="0">
                <a:solidFill>
                  <a:srgbClr val="64748B"/>
                </a:solidFill>
              </a:defRPr>
            </a:lvl1pPr>
            <a:lvl2pPr algn="l">
              <a:defRPr sz="1275" b="0">
                <a:solidFill>
                  <a:srgbClr val="64748B"/>
                </a:solidFill>
              </a:defRPr>
            </a:lvl2pPr>
            <a:lvl3pPr algn="l">
              <a:defRPr sz="1275" b="0">
                <a:solidFill>
                  <a:srgbClr val="64748B"/>
                </a:solidFill>
              </a:defRPr>
            </a:lvl3pPr>
            <a:lvl4pPr algn="l">
              <a:defRPr sz="1275" b="0">
                <a:solidFill>
                  <a:srgbClr val="64748B"/>
                </a:solidFill>
              </a:defRPr>
            </a:lvl4pPr>
            <a:lvl5pPr algn="l">
              <a:defRPr sz="1275" b="0">
                <a:solidFill>
                  <a:srgbClr val="64748B"/>
                </a:solidFill>
              </a:defRPr>
            </a:lvl5pPr>
            <a:lvl6pPr algn="l">
              <a:defRPr sz="1275" b="0">
                <a:solidFill>
                  <a:srgbClr val="64748B"/>
                </a:solidFill>
              </a:defRPr>
            </a:lvl6pPr>
            <a:lvl7pPr algn="l">
              <a:defRPr sz="1275" b="0">
                <a:solidFill>
                  <a:srgbClr val="64748B"/>
                </a:solidFill>
              </a:defRPr>
            </a:lvl7pPr>
            <a:lvl8pPr algn="l">
              <a:defRPr sz="1275" b="0">
                <a:solidFill>
                  <a:srgbClr val="64748B"/>
                </a:solidFill>
              </a:defRPr>
            </a:lvl8pPr>
            <a:lvl9pPr algn="l">
              <a:defRPr sz="12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probe interval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EBAE5-E20C-4574-A14D-A3FBD58B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8610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06B6D4"/>
                </a:solidFill>
              </a:defRPr>
            </a:defPPr>
            <a:lvl1pPr algn="l">
              <a:defRPr sz="2550" b="1">
                <a:solidFill>
                  <a:srgbClr val="06B6D4"/>
                </a:solidFill>
              </a:defRPr>
            </a:lvl1pPr>
            <a:lvl2pPr algn="l">
              <a:defRPr sz="2550" b="1">
                <a:solidFill>
                  <a:srgbClr val="06B6D4"/>
                </a:solidFill>
              </a:defRPr>
            </a:lvl2pPr>
            <a:lvl3pPr algn="l">
              <a:defRPr sz="2550" b="1">
                <a:solidFill>
                  <a:srgbClr val="06B6D4"/>
                </a:solidFill>
              </a:defRPr>
            </a:lvl3pPr>
            <a:lvl4pPr algn="l">
              <a:defRPr sz="2550" b="1">
                <a:solidFill>
                  <a:srgbClr val="06B6D4"/>
                </a:solidFill>
              </a:defRPr>
            </a:lvl4pPr>
            <a:lvl5pPr algn="l">
              <a:defRPr sz="2550" b="1">
                <a:solidFill>
                  <a:srgbClr val="06B6D4"/>
                </a:solidFill>
              </a:defRPr>
            </a:lvl5pPr>
            <a:lvl6pPr algn="l">
              <a:defRPr sz="2550" b="1">
                <a:solidFill>
                  <a:srgbClr val="06B6D4"/>
                </a:solidFill>
              </a:defRPr>
            </a:lvl6pPr>
            <a:lvl7pPr algn="l">
              <a:defRPr sz="2550" b="1">
                <a:solidFill>
                  <a:srgbClr val="06B6D4"/>
                </a:solidFill>
              </a:defRPr>
            </a:lvl7pPr>
            <a:lvl8pPr algn="l">
              <a:defRPr sz="2550" b="1">
                <a:solidFill>
                  <a:srgbClr val="06B6D4"/>
                </a:solidFill>
              </a:defRPr>
            </a:lvl8pPr>
            <a:lvl9pPr algn="l">
              <a:defRPr sz="2550" b="1">
                <a:solidFill>
                  <a:srgbClr val="06B6D4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6B6D4"/>
                </a:solidFill>
              </a:defRPr>
            </a:pPr>
            <a:r>
              <a:rPr sz="2550" b="1">
                <a:solidFill>
                  <a:srgbClr val="06B6D4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87166-9F7A-4401-91D3-7A67677A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099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</a:defRPr>
            </a:defPPr>
            <a:lvl1pPr algn="l">
              <a:defRPr sz="1275" b="0">
                <a:solidFill>
                  <a:srgbClr val="64748B"/>
                </a:solidFill>
              </a:defRPr>
            </a:lvl1pPr>
            <a:lvl2pPr algn="l">
              <a:defRPr sz="1275" b="0">
                <a:solidFill>
                  <a:srgbClr val="64748B"/>
                </a:solidFill>
              </a:defRPr>
            </a:lvl2pPr>
            <a:lvl3pPr algn="l">
              <a:defRPr sz="1275" b="0">
                <a:solidFill>
                  <a:srgbClr val="64748B"/>
                </a:solidFill>
              </a:defRPr>
            </a:lvl3pPr>
            <a:lvl4pPr algn="l">
              <a:defRPr sz="1275" b="0">
                <a:solidFill>
                  <a:srgbClr val="64748B"/>
                </a:solidFill>
              </a:defRPr>
            </a:lvl4pPr>
            <a:lvl5pPr algn="l">
              <a:defRPr sz="1275" b="0">
                <a:solidFill>
                  <a:srgbClr val="64748B"/>
                </a:solidFill>
              </a:defRPr>
            </a:lvl5pPr>
            <a:lvl6pPr algn="l">
              <a:defRPr sz="1275" b="0">
                <a:solidFill>
                  <a:srgbClr val="64748B"/>
                </a:solidFill>
              </a:defRPr>
            </a:lvl6pPr>
            <a:lvl7pPr algn="l">
              <a:defRPr sz="1275" b="0">
                <a:solidFill>
                  <a:srgbClr val="64748B"/>
                </a:solidFill>
              </a:defRPr>
            </a:lvl7pPr>
            <a:lvl8pPr algn="l">
              <a:defRPr sz="1275" b="0">
                <a:solidFill>
                  <a:srgbClr val="64748B"/>
                </a:solidFill>
              </a:defRPr>
            </a:lvl8pPr>
            <a:lvl9pPr algn="l">
              <a:defRPr sz="12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healthy checks required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B2EB8-C3A6-42DE-B745-71EB4DE2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290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6A34A"/>
                </a:solidFill>
              </a:defRPr>
            </a:defPPr>
            <a:lvl1pPr algn="l">
              <a:defRPr sz="2550" b="1">
                <a:solidFill>
                  <a:srgbClr val="16A34A"/>
                </a:solidFill>
              </a:defRPr>
            </a:lvl1pPr>
            <a:lvl2pPr algn="l">
              <a:defRPr sz="2550" b="1">
                <a:solidFill>
                  <a:srgbClr val="16A34A"/>
                </a:solidFill>
              </a:defRPr>
            </a:lvl2pPr>
            <a:lvl3pPr algn="l">
              <a:defRPr sz="2550" b="1">
                <a:solidFill>
                  <a:srgbClr val="16A34A"/>
                </a:solidFill>
              </a:defRPr>
            </a:lvl3pPr>
            <a:lvl4pPr algn="l">
              <a:defRPr sz="2550" b="1">
                <a:solidFill>
                  <a:srgbClr val="16A34A"/>
                </a:solidFill>
              </a:defRPr>
            </a:lvl4pPr>
            <a:lvl5pPr algn="l">
              <a:defRPr sz="2550" b="1">
                <a:solidFill>
                  <a:srgbClr val="16A34A"/>
                </a:solidFill>
              </a:defRPr>
            </a:lvl5pPr>
            <a:lvl6pPr algn="l">
              <a:defRPr sz="2550" b="1">
                <a:solidFill>
                  <a:srgbClr val="16A34A"/>
                </a:solidFill>
              </a:defRPr>
            </a:lvl6pPr>
            <a:lvl7pPr algn="l">
              <a:defRPr sz="2550" b="1">
                <a:solidFill>
                  <a:srgbClr val="16A34A"/>
                </a:solidFill>
              </a:defRPr>
            </a:lvl7pPr>
            <a:lvl8pPr algn="l">
              <a:defRPr sz="2550" b="1">
                <a:solidFill>
                  <a:srgbClr val="16A34A"/>
                </a:solidFill>
              </a:defRPr>
            </a:lvl8pPr>
            <a:lvl9pPr algn="l">
              <a:defRPr sz="2550" b="1">
                <a:solidFill>
                  <a:srgbClr val="16A34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ELB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9050DC-209F-4D31-B2A0-EBC8DCC0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52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</a:defRPr>
            </a:defPPr>
            <a:lvl1pPr algn="l">
              <a:defRPr sz="1275" b="0">
                <a:solidFill>
                  <a:srgbClr val="64748B"/>
                </a:solidFill>
              </a:defRPr>
            </a:lvl1pPr>
            <a:lvl2pPr algn="l">
              <a:defRPr sz="1275" b="0">
                <a:solidFill>
                  <a:srgbClr val="64748B"/>
                </a:solidFill>
              </a:defRPr>
            </a:lvl2pPr>
            <a:lvl3pPr algn="l">
              <a:defRPr sz="1275" b="0">
                <a:solidFill>
                  <a:srgbClr val="64748B"/>
                </a:solidFill>
              </a:defRPr>
            </a:lvl3pPr>
            <a:lvl4pPr algn="l">
              <a:defRPr sz="1275" b="0">
                <a:solidFill>
                  <a:srgbClr val="64748B"/>
                </a:solidFill>
              </a:defRPr>
            </a:lvl4pPr>
            <a:lvl5pPr algn="l">
              <a:defRPr sz="1275" b="0">
                <a:solidFill>
                  <a:srgbClr val="64748B"/>
                </a:solidFill>
              </a:defRPr>
            </a:lvl5pPr>
            <a:lvl6pPr algn="l">
              <a:defRPr sz="1275" b="0">
                <a:solidFill>
                  <a:srgbClr val="64748B"/>
                </a:solidFill>
              </a:defRPr>
            </a:lvl6pPr>
            <a:lvl7pPr algn="l">
              <a:defRPr sz="1275" b="0">
                <a:solidFill>
                  <a:srgbClr val="64748B"/>
                </a:solidFill>
              </a:defRPr>
            </a:lvl7pPr>
            <a:lvl8pPr algn="l">
              <a:defRPr sz="1275" b="0">
                <a:solidFill>
                  <a:srgbClr val="64748B"/>
                </a:solidFill>
              </a:defRPr>
            </a:lvl8pPr>
            <a:lvl9pPr algn="l">
              <a:defRPr sz="12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ASG health-check 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E5F21-F061-4B37-A835-A70B0C44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86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39B32-ECDB-479D-A1F4-C379A730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</a:defRPr>
            </a:defPPr>
            <a:lvl1pPr algn="l">
              <a:defRPr sz="1350" b="1">
                <a:solidFill>
                  <a:srgbClr val="111827"/>
                </a:solidFill>
              </a:defRPr>
            </a:lvl1pPr>
            <a:lvl2pPr algn="l">
              <a:defRPr sz="1350" b="1">
                <a:solidFill>
                  <a:srgbClr val="111827"/>
                </a:solidFill>
              </a:defRPr>
            </a:lvl2pPr>
            <a:lvl3pPr algn="l">
              <a:defRPr sz="1350" b="1">
                <a:solidFill>
                  <a:srgbClr val="111827"/>
                </a:solidFill>
              </a:defRPr>
            </a:lvl3pPr>
            <a:lvl4pPr algn="l">
              <a:defRPr sz="1350" b="1">
                <a:solidFill>
                  <a:srgbClr val="111827"/>
                </a:solidFill>
              </a:defRPr>
            </a:lvl4pPr>
            <a:lvl5pPr algn="l">
              <a:defRPr sz="1350" b="1">
                <a:solidFill>
                  <a:srgbClr val="111827"/>
                </a:solidFill>
              </a:defRPr>
            </a:lvl5pPr>
            <a:lvl6pPr algn="l">
              <a:defRPr sz="1350" b="1">
                <a:solidFill>
                  <a:srgbClr val="111827"/>
                </a:solidFill>
              </a:defRPr>
            </a:lvl6pPr>
            <a:lvl7pPr algn="l">
              <a:defRPr sz="1350" b="1">
                <a:solidFill>
                  <a:srgbClr val="111827"/>
                </a:solidFill>
              </a:defRPr>
            </a:lvl7pPr>
            <a:lvl8pPr algn="l">
              <a:defRPr sz="1350" b="1">
                <a:solidFill>
                  <a:srgbClr val="111827"/>
                </a:solidFill>
              </a:defRPr>
            </a:lvl8pPr>
            <a:lvl9pPr algn="l">
              <a:defRPr sz="135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Instances accept port 3000 only from the ALB security group.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9A8203-119A-40C5-A720-12F8682F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23E0E-A37B-487C-BEAA-213A13B5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017736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360554-1542-460E-A813-58A78739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CHAOS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09197-A45F-499F-9B79-81686023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The measured outage met 180 seconds but missed 60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FEA9D-59EF-4A53-9CBA-2A68FF0D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B5716AD-EB9E-4EEB-85C7-29D230E5FD1A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57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216023478c40b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EBA5C-7803-4A5A-A850-0A8FA393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47850"/>
            <a:ext cx="3429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05485-9B71-4C17-B5AA-911F327E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16A34A"/>
                </a:solidFill>
              </a:defRPr>
            </a:defPPr>
            <a:lvl1pPr algn="l">
              <a:defRPr sz="1875" b="1">
                <a:solidFill>
                  <a:srgbClr val="16A34A"/>
                </a:solidFill>
              </a:defRPr>
            </a:lvl1pPr>
            <a:lvl2pPr algn="l">
              <a:defRPr sz="1875" b="1">
                <a:solidFill>
                  <a:srgbClr val="16A34A"/>
                </a:solidFill>
              </a:defRPr>
            </a:lvl2pPr>
            <a:lvl3pPr algn="l">
              <a:defRPr sz="1875" b="1">
                <a:solidFill>
                  <a:srgbClr val="16A34A"/>
                </a:solidFill>
              </a:defRPr>
            </a:lvl3pPr>
            <a:lvl4pPr algn="l">
              <a:defRPr sz="1875" b="1">
                <a:solidFill>
                  <a:srgbClr val="16A34A"/>
                </a:solidFill>
              </a:defRPr>
            </a:lvl4pPr>
            <a:lvl5pPr algn="l">
              <a:defRPr sz="1875" b="1">
                <a:solidFill>
                  <a:srgbClr val="16A34A"/>
                </a:solidFill>
              </a:defRPr>
            </a:lvl5pPr>
            <a:lvl6pPr algn="l">
              <a:defRPr sz="1875" b="1">
                <a:solidFill>
                  <a:srgbClr val="16A34A"/>
                </a:solidFill>
              </a:defRPr>
            </a:lvl6pPr>
            <a:lvl7pPr algn="l">
              <a:defRPr sz="1875" b="1">
                <a:solidFill>
                  <a:srgbClr val="16A34A"/>
                </a:solidFill>
              </a:defRPr>
            </a:lvl7pPr>
            <a:lvl8pPr algn="l">
              <a:defRPr sz="1875" b="1">
                <a:solidFill>
                  <a:srgbClr val="16A34A"/>
                </a:solidFill>
              </a:defRPr>
            </a:lvl8pPr>
            <a:lvl9pPr algn="l">
              <a:defRPr sz="1875" b="1">
                <a:solidFill>
                  <a:srgbClr val="16A34A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A34A"/>
                </a:solidFill>
              </a:defRPr>
            </a:pPr>
            <a:r>
              <a:rPr sz="1875" b="1">
                <a:solidFill>
                  <a:srgbClr val="16A34A"/>
                </a:solidFill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B0D9E-E9D5-4A6E-B55C-6A31328A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</a:defRPr>
            </a:defPPr>
            <a:lvl1pPr algn="l">
              <a:defRPr sz="1650" b="1">
                <a:solidFill>
                  <a:srgbClr val="111827"/>
                </a:solidFill>
              </a:defRPr>
            </a:lvl1pPr>
            <a:lvl2pPr algn="l">
              <a:defRPr sz="1650" b="1">
                <a:solidFill>
                  <a:srgbClr val="111827"/>
                </a:solidFill>
              </a:defRPr>
            </a:lvl2pPr>
            <a:lvl3pPr algn="l">
              <a:defRPr sz="1650" b="1">
                <a:solidFill>
                  <a:srgbClr val="111827"/>
                </a:solidFill>
              </a:defRPr>
            </a:lvl3pPr>
            <a:lvl4pPr algn="l">
              <a:defRPr sz="1650" b="1">
                <a:solidFill>
                  <a:srgbClr val="111827"/>
                </a:solidFill>
              </a:defRPr>
            </a:lvl4pPr>
            <a:lvl5pPr algn="l">
              <a:defRPr sz="1650" b="1">
                <a:solidFill>
                  <a:srgbClr val="111827"/>
                </a:solidFill>
              </a:defRPr>
            </a:lvl5pPr>
            <a:lvl6pPr algn="l">
              <a:defRPr sz="1650" b="1">
                <a:solidFill>
                  <a:srgbClr val="111827"/>
                </a:solidFill>
              </a:defRPr>
            </a:lvl6pPr>
            <a:lvl7pPr algn="l">
              <a:defRPr sz="1650" b="1">
                <a:solidFill>
                  <a:srgbClr val="111827"/>
                </a:solidFill>
              </a:defRPr>
            </a:lvl7pPr>
            <a:lvl8pPr algn="l">
              <a:defRPr sz="1650" b="1">
                <a:solidFill>
                  <a:srgbClr val="111827"/>
                </a:solidFill>
              </a:defRPr>
            </a:lvl8pPr>
            <a:lvl9pPr algn="l">
              <a:defRPr sz="165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77.49 s ≤ 180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0580A-495A-4E3B-8F36-78EBC89A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67100"/>
            <a:ext cx="3429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5FFFB-0586-41E6-BA33-9C83EDD6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1475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DC2626"/>
                </a:solidFill>
              </a:defRPr>
            </a:defPPr>
            <a:lvl1pPr algn="l">
              <a:defRPr sz="1875" b="1">
                <a:solidFill>
                  <a:srgbClr val="DC2626"/>
                </a:solidFill>
              </a:defRPr>
            </a:lvl1pPr>
            <a:lvl2pPr algn="l">
              <a:defRPr sz="1875" b="1">
                <a:solidFill>
                  <a:srgbClr val="DC2626"/>
                </a:solidFill>
              </a:defRPr>
            </a:lvl2pPr>
            <a:lvl3pPr algn="l">
              <a:defRPr sz="1875" b="1">
                <a:solidFill>
                  <a:srgbClr val="DC2626"/>
                </a:solidFill>
              </a:defRPr>
            </a:lvl3pPr>
            <a:lvl4pPr algn="l">
              <a:defRPr sz="1875" b="1">
                <a:solidFill>
                  <a:srgbClr val="DC2626"/>
                </a:solidFill>
              </a:defRPr>
            </a:lvl4pPr>
            <a:lvl5pPr algn="l">
              <a:defRPr sz="1875" b="1">
                <a:solidFill>
                  <a:srgbClr val="DC2626"/>
                </a:solidFill>
              </a:defRPr>
            </a:lvl5pPr>
            <a:lvl6pPr algn="l">
              <a:defRPr sz="1875" b="1">
                <a:solidFill>
                  <a:srgbClr val="DC2626"/>
                </a:solidFill>
              </a:defRPr>
            </a:lvl6pPr>
            <a:lvl7pPr algn="l">
              <a:defRPr sz="1875" b="1">
                <a:solidFill>
                  <a:srgbClr val="DC2626"/>
                </a:solidFill>
              </a:defRPr>
            </a:lvl7pPr>
            <a:lvl8pPr algn="l">
              <a:defRPr sz="1875" b="1">
                <a:solidFill>
                  <a:srgbClr val="DC2626"/>
                </a:solidFill>
              </a:defRPr>
            </a:lvl8pPr>
            <a:lvl9pPr algn="l">
              <a:defRPr sz="1875" b="1">
                <a:solidFill>
                  <a:srgbClr val="DC2626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FAIL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B372DE-9129-4AE5-8257-9587406B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529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</a:defRPr>
            </a:defPPr>
            <a:lvl1pPr algn="l">
              <a:defRPr sz="1650" b="1">
                <a:solidFill>
                  <a:srgbClr val="111827"/>
                </a:solidFill>
              </a:defRPr>
            </a:lvl1pPr>
            <a:lvl2pPr algn="l">
              <a:defRPr sz="1650" b="1">
                <a:solidFill>
                  <a:srgbClr val="111827"/>
                </a:solidFill>
              </a:defRPr>
            </a:lvl2pPr>
            <a:lvl3pPr algn="l">
              <a:defRPr sz="1650" b="1">
                <a:solidFill>
                  <a:srgbClr val="111827"/>
                </a:solidFill>
              </a:defRPr>
            </a:lvl3pPr>
            <a:lvl4pPr algn="l">
              <a:defRPr sz="1650" b="1">
                <a:solidFill>
                  <a:srgbClr val="111827"/>
                </a:solidFill>
              </a:defRPr>
            </a:lvl4pPr>
            <a:lvl5pPr algn="l">
              <a:defRPr sz="1650" b="1">
                <a:solidFill>
                  <a:srgbClr val="111827"/>
                </a:solidFill>
              </a:defRPr>
            </a:lvl5pPr>
            <a:lvl6pPr algn="l">
              <a:defRPr sz="1650" b="1">
                <a:solidFill>
                  <a:srgbClr val="111827"/>
                </a:solidFill>
              </a:defRPr>
            </a:lvl6pPr>
            <a:lvl7pPr algn="l">
              <a:defRPr sz="1650" b="1">
                <a:solidFill>
                  <a:srgbClr val="111827"/>
                </a:solidFill>
              </a:defRPr>
            </a:lvl7pPr>
            <a:lvl8pPr algn="l">
              <a:defRPr sz="1650" b="1">
                <a:solidFill>
                  <a:srgbClr val="111827"/>
                </a:solidFill>
              </a:defRPr>
            </a:lvl8pPr>
            <a:lvl9pPr algn="l">
              <a:defRPr sz="165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81.57 s &gt; 60 s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28213-F8D2-4306-9117-1B22B0F4C5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3e8e4df784eb1"/>
          <a:stretch xmlns:a="http://schemas.openxmlformats.org/drawingml/2006/main"/>
        </p:blipFill>
        <p:spPr>
          <a:xfrm xmlns:a="http://schemas.openxmlformats.org/drawingml/2006/main">
            <a:off x="7677150" y="5135284"/>
            <a:ext cx="3486150" cy="245033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1CB35-82AF-4F3D-B649-132E612EDF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3f44416af4767"/>
          <a:stretch xmlns:a="http://schemas.openxmlformats.org/drawingml/2006/main"/>
        </p:blipFill>
        <p:spPr>
          <a:xfrm xmlns:a="http://schemas.openxmlformats.org/drawingml/2006/main">
            <a:off x="7677150" y="5533226"/>
            <a:ext cx="3486150" cy="325448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3F74A-2B5C-4811-81FA-1079289C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28995-3A8B-444C-A164-BD565B55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822126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0DD1F-68D1-467F-829A-DA4FBA79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66F26-5C5C-4344-B3B9-16B05903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Instance replacement dominated the recovery window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38DD2-547B-4E38-A077-A25CA48B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146A5-6133-4E86-BF05-0ABB4EA0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5334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15EAE-90F2-49F7-8E86-E605FDB8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</a:defRPr>
            </a:defPPr>
            <a:lvl1pPr algn="l">
              <a:defRPr sz="1800" b="1">
                <a:solidFill>
                  <a:srgbClr val="111827"/>
                </a:solidFill>
              </a:defRPr>
            </a:lvl1pPr>
            <a:lvl2pPr algn="l">
              <a:defRPr sz="1800" b="1">
                <a:solidFill>
                  <a:srgbClr val="111827"/>
                </a:solidFill>
              </a:defRPr>
            </a:lvl2pPr>
            <a:lvl3pPr algn="l">
              <a:defRPr sz="1800" b="1">
                <a:solidFill>
                  <a:srgbClr val="111827"/>
                </a:solidFill>
              </a:defRPr>
            </a:lvl3pPr>
            <a:lvl4pPr algn="l">
              <a:defRPr sz="1800" b="1">
                <a:solidFill>
                  <a:srgbClr val="111827"/>
                </a:solidFill>
              </a:defRPr>
            </a:lvl4pPr>
            <a:lvl5pPr algn="l">
              <a:defRPr sz="1800" b="1">
                <a:solidFill>
                  <a:srgbClr val="111827"/>
                </a:solidFill>
              </a:defRPr>
            </a:lvl5pPr>
            <a:lvl6pPr algn="l">
              <a:defRPr sz="1800" b="1">
                <a:solidFill>
                  <a:srgbClr val="111827"/>
                </a:solidFill>
              </a:defRPr>
            </a:lvl6pPr>
            <a:lvl7pPr algn="l">
              <a:defRPr sz="1800" b="1">
                <a:solidFill>
                  <a:srgbClr val="111827"/>
                </a:solidFill>
              </a:defRPr>
            </a:lvl7pPr>
            <a:lvl8pPr algn="l">
              <a:defRPr sz="1800" b="1">
                <a:solidFill>
                  <a:srgbClr val="111827"/>
                </a:solidFill>
              </a:defRPr>
            </a:lvl8pPr>
            <a:lvl9pPr algn="l">
              <a:defRPr sz="180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Observed 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8AD3B-9452-4DDC-BC4A-89400CA7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563EB"/>
                </a:solidFill>
              </a:defRPr>
            </a:defPPr>
            <a:lvl1pPr algn="l">
              <a:defRPr sz="1650" b="1">
                <a:solidFill>
                  <a:srgbClr val="2563EB"/>
                </a:solidFill>
              </a:defRPr>
            </a:lvl1pPr>
            <a:lvl2pPr algn="l">
              <a:defRPr sz="1650" b="1">
                <a:solidFill>
                  <a:srgbClr val="2563EB"/>
                </a:solidFill>
              </a:defRPr>
            </a:lvl2pPr>
            <a:lvl3pPr algn="l">
              <a:defRPr sz="1650" b="1">
                <a:solidFill>
                  <a:srgbClr val="2563EB"/>
                </a:solidFill>
              </a:defRPr>
            </a:lvl3pPr>
            <a:lvl4pPr algn="l">
              <a:defRPr sz="1650" b="1">
                <a:solidFill>
                  <a:srgbClr val="2563EB"/>
                </a:solidFill>
              </a:defRPr>
            </a:lvl4pPr>
            <a:lvl5pPr algn="l">
              <a:defRPr sz="1650" b="1">
                <a:solidFill>
                  <a:srgbClr val="2563EB"/>
                </a:solidFill>
              </a:defRPr>
            </a:lvl5pPr>
            <a:lvl6pPr algn="l">
              <a:defRPr sz="1650" b="1">
                <a:solidFill>
                  <a:srgbClr val="2563EB"/>
                </a:solidFill>
              </a:defRPr>
            </a:lvl6pPr>
            <a:lvl7pPr algn="l">
              <a:defRPr sz="1650" b="1">
                <a:solidFill>
                  <a:srgbClr val="2563EB"/>
                </a:solidFill>
              </a:defRPr>
            </a:lvl7pPr>
            <a:lvl8pPr algn="l">
              <a:defRPr sz="1650" b="1">
                <a:solidFill>
                  <a:srgbClr val="2563EB"/>
                </a:solidFill>
              </a:defRPr>
            </a:lvl8pPr>
            <a:lvl9pPr algn="l">
              <a:defRPr sz="16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2.22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BCBCB-705F-4CE5-8D60-B8FF7A85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7175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First failed probe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03176-1315-46F3-BF70-E6E2820D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563EB"/>
                </a:solidFill>
              </a:defRPr>
            </a:defPPr>
            <a:lvl1pPr algn="l">
              <a:defRPr sz="1650" b="1">
                <a:solidFill>
                  <a:srgbClr val="2563EB"/>
                </a:solidFill>
              </a:defRPr>
            </a:lvl1pPr>
            <a:lvl2pPr algn="l">
              <a:defRPr sz="1650" b="1">
                <a:solidFill>
                  <a:srgbClr val="2563EB"/>
                </a:solidFill>
              </a:defRPr>
            </a:lvl2pPr>
            <a:lvl3pPr algn="l">
              <a:defRPr sz="1650" b="1">
                <a:solidFill>
                  <a:srgbClr val="2563EB"/>
                </a:solidFill>
              </a:defRPr>
            </a:lvl3pPr>
            <a:lvl4pPr algn="l">
              <a:defRPr sz="1650" b="1">
                <a:solidFill>
                  <a:srgbClr val="2563EB"/>
                </a:solidFill>
              </a:defRPr>
            </a:lvl4pPr>
            <a:lvl5pPr algn="l">
              <a:defRPr sz="1650" b="1">
                <a:solidFill>
                  <a:srgbClr val="2563EB"/>
                </a:solidFill>
              </a:defRPr>
            </a:lvl5pPr>
            <a:lvl6pPr algn="l">
              <a:defRPr sz="1650" b="1">
                <a:solidFill>
                  <a:srgbClr val="2563EB"/>
                </a:solidFill>
              </a:defRPr>
            </a:lvl6pPr>
            <a:lvl7pPr algn="l">
              <a:defRPr sz="1650" b="1">
                <a:solidFill>
                  <a:srgbClr val="2563EB"/>
                </a:solidFill>
              </a:defRPr>
            </a:lvl7pPr>
            <a:lvl8pPr algn="l">
              <a:defRPr sz="1650" b="1">
                <a:solidFill>
                  <a:srgbClr val="2563EB"/>
                </a:solidFill>
              </a:defRPr>
            </a:lvl8pPr>
            <a:lvl9pPr algn="l">
              <a:defRPr sz="16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≈75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D77F2-D65E-4106-B00C-0C666332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5280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ASG launches EC2 and runs user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38998-ED6C-4099-B22E-A84CD4EA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563EB"/>
                </a:solidFill>
              </a:defRPr>
            </a:defPPr>
            <a:lvl1pPr algn="l">
              <a:defRPr sz="1650" b="1">
                <a:solidFill>
                  <a:srgbClr val="2563EB"/>
                </a:solidFill>
              </a:defRPr>
            </a:lvl1pPr>
            <a:lvl2pPr algn="l">
              <a:defRPr sz="1650" b="1">
                <a:solidFill>
                  <a:srgbClr val="2563EB"/>
                </a:solidFill>
              </a:defRPr>
            </a:lvl2pPr>
            <a:lvl3pPr algn="l">
              <a:defRPr sz="1650" b="1">
                <a:solidFill>
                  <a:srgbClr val="2563EB"/>
                </a:solidFill>
              </a:defRPr>
            </a:lvl3pPr>
            <a:lvl4pPr algn="l">
              <a:defRPr sz="1650" b="1">
                <a:solidFill>
                  <a:srgbClr val="2563EB"/>
                </a:solidFill>
              </a:defRPr>
            </a:lvl4pPr>
            <a:lvl5pPr algn="l">
              <a:defRPr sz="1650" b="1">
                <a:solidFill>
                  <a:srgbClr val="2563EB"/>
                </a:solidFill>
              </a:defRPr>
            </a:lvl5pPr>
            <a:lvl6pPr algn="l">
              <a:defRPr sz="1650" b="1">
                <a:solidFill>
                  <a:srgbClr val="2563EB"/>
                </a:solidFill>
              </a:defRPr>
            </a:lvl6pPr>
            <a:lvl7pPr algn="l">
              <a:defRPr sz="1650" b="1">
                <a:solidFill>
                  <a:srgbClr val="2563EB"/>
                </a:solidFill>
              </a:defRPr>
            </a:lvl7pPr>
            <a:lvl8pPr algn="l">
              <a:defRPr sz="1650" b="1">
                <a:solidFill>
                  <a:srgbClr val="2563EB"/>
                </a:solidFill>
              </a:defRPr>
            </a:lvl8pPr>
            <a:lvl9pPr algn="l">
              <a:defRPr sz="16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77.49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473AF-C7E3-4268-9257-914004DC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3385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Service returns after target becomes healthy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45751-0F07-47B7-BFC0-9F92059B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</a:defRPr>
            </a:defPPr>
            <a:lvl1pPr algn="l">
              <a:defRPr sz="1275" b="0">
                <a:solidFill>
                  <a:srgbClr val="64748B"/>
                </a:solidFill>
              </a:defRPr>
            </a:lvl1pPr>
            <a:lvl2pPr algn="l">
              <a:defRPr sz="1275" b="0">
                <a:solidFill>
                  <a:srgbClr val="64748B"/>
                </a:solidFill>
              </a:defRPr>
            </a:lvl2pPr>
            <a:lvl3pPr algn="l">
              <a:defRPr sz="1275" b="0">
                <a:solidFill>
                  <a:srgbClr val="64748B"/>
                </a:solidFill>
              </a:defRPr>
            </a:lvl3pPr>
            <a:lvl4pPr algn="l">
              <a:defRPr sz="1275" b="0">
                <a:solidFill>
                  <a:srgbClr val="64748B"/>
                </a:solidFill>
              </a:defRPr>
            </a:lvl4pPr>
            <a:lvl5pPr algn="l">
              <a:defRPr sz="1275" b="0">
                <a:solidFill>
                  <a:srgbClr val="64748B"/>
                </a:solidFill>
              </a:defRPr>
            </a:lvl5pPr>
            <a:lvl6pPr algn="l">
              <a:defRPr sz="1275" b="0">
                <a:solidFill>
                  <a:srgbClr val="64748B"/>
                </a:solidFill>
              </a:defRPr>
            </a:lvl6pPr>
            <a:lvl7pPr algn="l">
              <a:defRPr sz="1275" b="0">
                <a:solidFill>
                  <a:srgbClr val="64748B"/>
                </a:solidFill>
              </a:defRPr>
            </a:lvl7pPr>
            <a:lvl8pPr algn="l">
              <a:defRPr sz="1275" b="0">
                <a:solidFill>
                  <a:srgbClr val="64748B"/>
                </a:solidFill>
              </a:defRPr>
            </a:lvl8pPr>
            <a:lvl9pPr algn="l">
              <a:defRPr sz="12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A 2-second polling interval only improves measurement precision. It does not shorten EC2 boot, package installation, application startup, or ALB health validation.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8ACA4-BA6D-42B7-AE2E-1769FFCC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57350"/>
            <a:ext cx="51435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202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952E56-2974-4A84-9382-A564159B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93C5FD"/>
                </a:solidFill>
              </a:defRPr>
            </a:defPPr>
            <a:lvl1pPr algn="l">
              <a:defRPr sz="1125" b="1">
                <a:solidFill>
                  <a:srgbClr val="93C5FD"/>
                </a:solidFill>
              </a:defRPr>
            </a:lvl1pPr>
            <a:lvl2pPr algn="l">
              <a:defRPr sz="1125" b="1">
                <a:solidFill>
                  <a:srgbClr val="93C5FD"/>
                </a:solidFill>
              </a:defRPr>
            </a:lvl2pPr>
            <a:lvl3pPr algn="l">
              <a:defRPr sz="1125" b="1">
                <a:solidFill>
                  <a:srgbClr val="93C5FD"/>
                </a:solidFill>
              </a:defRPr>
            </a:lvl3pPr>
            <a:lvl4pPr algn="l">
              <a:defRPr sz="1125" b="1">
                <a:solidFill>
                  <a:srgbClr val="93C5FD"/>
                </a:solidFill>
              </a:defRPr>
            </a:lvl4pPr>
            <a:lvl5pPr algn="l">
              <a:defRPr sz="1125" b="1">
                <a:solidFill>
                  <a:srgbClr val="93C5FD"/>
                </a:solidFill>
              </a:defRPr>
            </a:lvl5pPr>
            <a:lvl6pPr algn="l">
              <a:defRPr sz="1125" b="1">
                <a:solidFill>
                  <a:srgbClr val="93C5FD"/>
                </a:solidFill>
              </a:defRPr>
            </a:lvl6pPr>
            <a:lvl7pPr algn="l">
              <a:defRPr sz="1125" b="1">
                <a:solidFill>
                  <a:srgbClr val="93C5FD"/>
                </a:solidFill>
              </a:defRPr>
            </a:lvl7pPr>
            <a:lvl8pPr algn="l">
              <a:defRPr sz="1125" b="1">
                <a:solidFill>
                  <a:srgbClr val="93C5FD"/>
                </a:solidFill>
              </a:defRPr>
            </a:lvl8pPr>
            <a:lvl9pPr algn="l">
              <a:defRPr sz="1125" b="1">
                <a:solidFill>
                  <a:srgbClr val="93C5FD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chaos_test.py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810483-18EA-405C-9E8E-FA7737F4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43434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E5E7EB"/>
                </a:solidFill>
              </a:defRPr>
            </a:defPPr>
            <a:lvl1pPr algn="l">
              <a:defRPr sz="1275" b="0">
                <a:solidFill>
                  <a:srgbClr val="E5E7EB"/>
                </a:solidFill>
              </a:defRPr>
            </a:lvl1pPr>
            <a:lvl2pPr algn="l">
              <a:defRPr sz="1275" b="0">
                <a:solidFill>
                  <a:srgbClr val="E5E7EB"/>
                </a:solidFill>
              </a:defRPr>
            </a:lvl2pPr>
            <a:lvl3pPr algn="l">
              <a:defRPr sz="1275" b="0">
                <a:solidFill>
                  <a:srgbClr val="E5E7EB"/>
                </a:solidFill>
              </a:defRPr>
            </a:lvl3pPr>
            <a:lvl4pPr algn="l">
              <a:defRPr sz="1275" b="0">
                <a:solidFill>
                  <a:srgbClr val="E5E7EB"/>
                </a:solidFill>
              </a:defRPr>
            </a:lvl4pPr>
            <a:lvl5pPr algn="l">
              <a:defRPr sz="1275" b="0">
                <a:solidFill>
                  <a:srgbClr val="E5E7EB"/>
                </a:solidFill>
              </a:defRPr>
            </a:lvl5pPr>
            <a:lvl6pPr algn="l">
              <a:defRPr sz="1275" b="0">
                <a:solidFill>
                  <a:srgbClr val="E5E7EB"/>
                </a:solidFill>
              </a:defRPr>
            </a:lvl6pPr>
            <a:lvl7pPr algn="l">
              <a:defRPr sz="1275" b="0">
                <a:solidFill>
                  <a:srgbClr val="E5E7EB"/>
                </a:solidFill>
              </a:defRPr>
            </a:lvl7pPr>
            <a:lvl8pPr algn="l">
              <a:defRPr sz="1275" b="0">
                <a:solidFill>
                  <a:srgbClr val="E5E7EB"/>
                </a:solidFill>
              </a:defRPr>
            </a:lvl8pPr>
            <a:lvl9pPr algn="l">
              <a:defRPr sz="1275" b="0">
                <a:solidFill>
                  <a:srgbClr val="E5E7E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terminate_instance_via_asg(instance_id, region)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while True: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is_up = probe_once(url)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writer.writerow([now, elapsed, is_up, ...])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if down_detected and is_up: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recovery_time = now - outage_start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break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verdict = recovery_time &lt;= slo_seconds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96CE88-AF5F-4A9F-8FBE-1A4BA27A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987A1-3EE7-4A8D-99BC-060EB367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722462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3ED8A0-A76B-480F-8288-2380F13C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61D2A-C260-4E25-B153-4EB82477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ASGs replaced direct EC2 launches and enabled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7A243-19D2-4C64-8645-D7D6E59F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1AC47-BE41-4EF7-AEF5-F0E81633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64748B"/>
                </a:solidFill>
              </a:defRPr>
            </a:defPPr>
            <a:lvl1pPr algn="l">
              <a:defRPr sz="1725" b="1">
                <a:solidFill>
                  <a:srgbClr val="64748B"/>
                </a:solidFill>
              </a:defRPr>
            </a:lvl1pPr>
            <a:lvl2pPr algn="l">
              <a:defRPr sz="1725" b="1">
                <a:solidFill>
                  <a:srgbClr val="64748B"/>
                </a:solidFill>
              </a:defRPr>
            </a:lvl2pPr>
            <a:lvl3pPr algn="l">
              <a:defRPr sz="1725" b="1">
                <a:solidFill>
                  <a:srgbClr val="64748B"/>
                </a:solidFill>
              </a:defRPr>
            </a:lvl3pPr>
            <a:lvl4pPr algn="l">
              <a:defRPr sz="1725" b="1">
                <a:solidFill>
                  <a:srgbClr val="64748B"/>
                </a:solidFill>
              </a:defRPr>
            </a:lvl4pPr>
            <a:lvl5pPr algn="l">
              <a:defRPr sz="1725" b="1">
                <a:solidFill>
                  <a:srgbClr val="64748B"/>
                </a:solidFill>
              </a:defRPr>
            </a:lvl5pPr>
            <a:lvl6pPr algn="l">
              <a:defRPr sz="1725" b="1">
                <a:solidFill>
                  <a:srgbClr val="64748B"/>
                </a:solidFill>
              </a:defRPr>
            </a:lvl6pPr>
            <a:lvl7pPr algn="l">
              <a:defRPr sz="1725" b="1">
                <a:solidFill>
                  <a:srgbClr val="64748B"/>
                </a:solidFill>
              </a:defRPr>
            </a:lvl7pPr>
            <a:lvl8pPr algn="l">
              <a:defRPr sz="1725" b="1">
                <a:solidFill>
                  <a:srgbClr val="64748B"/>
                </a:solidFill>
              </a:defRPr>
            </a:lvl8pPr>
            <a:lvl9pPr algn="l">
              <a:defRPr sz="17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4748B"/>
                </a:solidFill>
              </a:defRPr>
            </a:pPr>
            <a:r>
              <a:rPr sz="1725" b="1">
                <a:solidFill>
                  <a:srgbClr val="64748B"/>
                </a:solidFill>
              </a:rPr>
              <a:t>Previous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8A61B-7252-44C4-B98B-F9DDD0BA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42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64646-0BD2-451E-873E-C6CC67A4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DC2626"/>
                </a:solidFill>
              </a:defRPr>
            </a:defPPr>
            <a:lvl1pPr algn="ctr">
              <a:defRPr sz="1575" b="1">
                <a:solidFill>
                  <a:srgbClr val="DC2626"/>
                </a:solidFill>
              </a:defRPr>
            </a:lvl1pPr>
            <a:lvl2pPr algn="ctr">
              <a:defRPr sz="1575" b="1">
                <a:solidFill>
                  <a:srgbClr val="DC2626"/>
                </a:solidFill>
              </a:defRPr>
            </a:lvl2pPr>
            <a:lvl3pPr algn="ctr">
              <a:defRPr sz="1575" b="1">
                <a:solidFill>
                  <a:srgbClr val="DC2626"/>
                </a:solidFill>
              </a:defRPr>
            </a:lvl3pPr>
            <a:lvl4pPr algn="ctr">
              <a:defRPr sz="1575" b="1">
                <a:solidFill>
                  <a:srgbClr val="DC2626"/>
                </a:solidFill>
              </a:defRPr>
            </a:lvl4pPr>
            <a:lvl5pPr algn="ctr">
              <a:defRPr sz="1575" b="1">
                <a:solidFill>
                  <a:srgbClr val="DC2626"/>
                </a:solidFill>
              </a:defRPr>
            </a:lvl5pPr>
            <a:lvl6pPr algn="ctr">
              <a:defRPr sz="1575" b="1">
                <a:solidFill>
                  <a:srgbClr val="DC2626"/>
                </a:solidFill>
              </a:defRPr>
            </a:lvl6pPr>
            <a:lvl7pPr algn="ctr">
              <a:defRPr sz="1575" b="1">
                <a:solidFill>
                  <a:srgbClr val="DC2626"/>
                </a:solidFill>
              </a:defRPr>
            </a:lvl7pPr>
            <a:lvl8pPr algn="ctr">
              <a:defRPr sz="1575" b="1">
                <a:solidFill>
                  <a:srgbClr val="DC2626"/>
                </a:solidFill>
              </a:defRPr>
            </a:lvl8pPr>
            <a:lvl9pPr algn="ctr">
              <a:defRPr sz="1575" b="1">
                <a:solidFill>
                  <a:srgbClr val="DC2626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DC2626"/>
                </a:solidFill>
              </a:defRPr>
            </a:pPr>
            <a:r>
              <a:rPr sz="1575" b="1">
                <a:solidFill>
                  <a:srgbClr val="DC2626"/>
                </a:solidFill>
              </a:rPr>
              <a:t>aws ec2 run-instances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C3618-2F31-4091-922C-D6DEE105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335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2563EB"/>
                </a:solidFill>
              </a:defRPr>
            </a:defPPr>
            <a:lvl1pPr algn="l">
              <a:defRPr sz="1725" b="1">
                <a:solidFill>
                  <a:srgbClr val="2563EB"/>
                </a:solidFill>
              </a:defRPr>
            </a:lvl1pPr>
            <a:lvl2pPr algn="l">
              <a:defRPr sz="1725" b="1">
                <a:solidFill>
                  <a:srgbClr val="2563EB"/>
                </a:solidFill>
              </a:defRPr>
            </a:lvl2pPr>
            <a:lvl3pPr algn="l">
              <a:defRPr sz="1725" b="1">
                <a:solidFill>
                  <a:srgbClr val="2563EB"/>
                </a:solidFill>
              </a:defRPr>
            </a:lvl3pPr>
            <a:lvl4pPr algn="l">
              <a:defRPr sz="1725" b="1">
                <a:solidFill>
                  <a:srgbClr val="2563EB"/>
                </a:solidFill>
              </a:defRPr>
            </a:lvl4pPr>
            <a:lvl5pPr algn="l">
              <a:defRPr sz="1725" b="1">
                <a:solidFill>
                  <a:srgbClr val="2563EB"/>
                </a:solidFill>
              </a:defRPr>
            </a:lvl5pPr>
            <a:lvl6pPr algn="l">
              <a:defRPr sz="1725" b="1">
                <a:solidFill>
                  <a:srgbClr val="2563EB"/>
                </a:solidFill>
              </a:defRPr>
            </a:lvl6pPr>
            <a:lvl7pPr algn="l">
              <a:defRPr sz="1725" b="1">
                <a:solidFill>
                  <a:srgbClr val="2563EB"/>
                </a:solidFill>
              </a:defRPr>
            </a:lvl7pPr>
            <a:lvl8pPr algn="l">
              <a:defRPr sz="1725" b="1">
                <a:solidFill>
                  <a:srgbClr val="2563EB"/>
                </a:solidFill>
              </a:defRPr>
            </a:lvl8pPr>
            <a:lvl9pPr algn="l">
              <a:defRPr sz="172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Current lab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32E41F-9D78-4775-BF89-1EC485EA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9800"/>
            <a:ext cx="619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B4E6A-7351-41FB-B202-937CA267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19350"/>
            <a:ext cx="558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D4ED8"/>
                </a:solidFill>
              </a:defRPr>
            </a:defPPr>
            <a:lvl1pPr algn="ctr">
              <a:defRPr sz="1650" b="1">
                <a:solidFill>
                  <a:srgbClr val="1D4ED8"/>
                </a:solidFill>
              </a:defRPr>
            </a:lvl1pPr>
            <a:lvl2pPr algn="ctr">
              <a:defRPr sz="1650" b="1">
                <a:solidFill>
                  <a:srgbClr val="1D4ED8"/>
                </a:solidFill>
              </a:defRPr>
            </a:lvl2pPr>
            <a:lvl3pPr algn="ctr">
              <a:defRPr sz="1650" b="1">
                <a:solidFill>
                  <a:srgbClr val="1D4ED8"/>
                </a:solidFill>
              </a:defRPr>
            </a:lvl3pPr>
            <a:lvl4pPr algn="ctr">
              <a:defRPr sz="1650" b="1">
                <a:solidFill>
                  <a:srgbClr val="1D4ED8"/>
                </a:solidFill>
              </a:defRPr>
            </a:lvl4pPr>
            <a:lvl5pPr algn="ctr">
              <a:defRPr sz="1650" b="1">
                <a:solidFill>
                  <a:srgbClr val="1D4ED8"/>
                </a:solidFill>
              </a:defRPr>
            </a:lvl5pPr>
            <a:lvl6pPr algn="ctr">
              <a:defRPr sz="1650" b="1">
                <a:solidFill>
                  <a:srgbClr val="1D4ED8"/>
                </a:solidFill>
              </a:defRPr>
            </a:lvl6pPr>
            <a:lvl7pPr algn="ctr">
              <a:defRPr sz="1650" b="1">
                <a:solidFill>
                  <a:srgbClr val="1D4ED8"/>
                </a:solidFill>
              </a:defRPr>
            </a:lvl7pPr>
            <a:lvl8pPr algn="ctr">
              <a:defRPr sz="1650" b="1">
                <a:solidFill>
                  <a:srgbClr val="1D4ED8"/>
                </a:solidFill>
              </a:defRPr>
            </a:lvl8pPr>
            <a:lvl9pPr algn="ctr">
              <a:defRPr sz="165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D4ED8"/>
                </a:solidFill>
              </a:defRPr>
            </a:pPr>
            <a:r>
              <a:rPr sz="1650" b="1">
                <a:solidFill>
                  <a:srgbClr val="1D4ED8"/>
                </a:solidFill>
              </a:rPr>
              <a:t>Launch Templates + Target Groups + Auto Scaling Groups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1DC8C-6DC1-4FDD-8DED-93622943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0">
                <a:solidFill>
                  <a:srgbClr val="111827"/>
                </a:solidFill>
              </a:defRPr>
            </a:defPPr>
            <a:lvl1pPr algn="ctr">
              <a:defRPr sz="1575" b="0">
                <a:solidFill>
                  <a:srgbClr val="111827"/>
                </a:solidFill>
              </a:defRPr>
            </a:lvl1pPr>
            <a:lvl2pPr algn="ctr">
              <a:defRPr sz="1575" b="0">
                <a:solidFill>
                  <a:srgbClr val="111827"/>
                </a:solidFill>
              </a:defRPr>
            </a:lvl2pPr>
            <a:lvl3pPr algn="ctr">
              <a:defRPr sz="1575" b="0">
                <a:solidFill>
                  <a:srgbClr val="111827"/>
                </a:solidFill>
              </a:defRPr>
            </a:lvl3pPr>
            <a:lvl4pPr algn="ctr">
              <a:defRPr sz="1575" b="0">
                <a:solidFill>
                  <a:srgbClr val="111827"/>
                </a:solidFill>
              </a:defRPr>
            </a:lvl4pPr>
            <a:lvl5pPr algn="ctr">
              <a:defRPr sz="1575" b="0">
                <a:solidFill>
                  <a:srgbClr val="111827"/>
                </a:solidFill>
              </a:defRPr>
            </a:lvl5pPr>
            <a:lvl6pPr algn="ctr">
              <a:defRPr sz="1575" b="0">
                <a:solidFill>
                  <a:srgbClr val="111827"/>
                </a:solidFill>
              </a:defRPr>
            </a:lvl6pPr>
            <a:lvl7pPr algn="ctr">
              <a:defRPr sz="1575" b="0">
                <a:solidFill>
                  <a:srgbClr val="111827"/>
                </a:solidFill>
              </a:defRPr>
            </a:lvl7pPr>
            <a:lvl8pPr algn="ctr">
              <a:defRPr sz="1575" b="0">
                <a:solidFill>
                  <a:srgbClr val="111827"/>
                </a:solidFill>
              </a:defRPr>
            </a:lvl8pPr>
            <a:lvl9pPr algn="ctr">
              <a:defRPr sz="1575" b="0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ASGs maintain desired capacity at 1, attach replacements to the target groups, and let the ALB remove unhealthy targets from service.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97E93-39AE-459C-A68A-65568231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858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2025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32EA4-8A2E-49D1-9977-420F8256BE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aad54fa1a4d73"/>
          <a:stretch xmlns:a="http://schemas.openxmlformats.org/drawingml/2006/main"/>
        </p:blipFill>
        <p:spPr>
          <a:xfrm xmlns:a="http://schemas.openxmlformats.org/drawingml/2006/main">
            <a:off x="1981342" y="4800600"/>
            <a:ext cx="2514317" cy="10668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9A76D7-9F5C-4E18-82A9-2A2961DB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958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86EFAC"/>
                </a:solidFill>
              </a:defRPr>
            </a:defPPr>
            <a:lvl1pPr algn="l">
              <a:defRPr sz="1875" b="1">
                <a:solidFill>
                  <a:srgbClr val="86EFAC"/>
                </a:solidFill>
              </a:defRPr>
            </a:lvl1pPr>
            <a:lvl2pPr algn="l">
              <a:defRPr sz="1875" b="1">
                <a:solidFill>
                  <a:srgbClr val="86EFAC"/>
                </a:solidFill>
              </a:defRPr>
            </a:lvl2pPr>
            <a:lvl3pPr algn="l">
              <a:defRPr sz="1875" b="1">
                <a:solidFill>
                  <a:srgbClr val="86EFAC"/>
                </a:solidFill>
              </a:defRPr>
            </a:lvl3pPr>
            <a:lvl4pPr algn="l">
              <a:defRPr sz="1875" b="1">
                <a:solidFill>
                  <a:srgbClr val="86EFAC"/>
                </a:solidFill>
              </a:defRPr>
            </a:lvl4pPr>
            <a:lvl5pPr algn="l">
              <a:defRPr sz="1875" b="1">
                <a:solidFill>
                  <a:srgbClr val="86EFAC"/>
                </a:solidFill>
              </a:defRPr>
            </a:lvl5pPr>
            <a:lvl6pPr algn="l">
              <a:defRPr sz="1875" b="1">
                <a:solidFill>
                  <a:srgbClr val="86EFAC"/>
                </a:solidFill>
              </a:defRPr>
            </a:lvl6pPr>
            <a:lvl7pPr algn="l">
              <a:defRPr sz="1875" b="1">
                <a:solidFill>
                  <a:srgbClr val="86EFAC"/>
                </a:solidFill>
              </a:defRPr>
            </a:lvl7pPr>
            <a:lvl8pPr algn="l">
              <a:defRPr sz="1875" b="1">
                <a:solidFill>
                  <a:srgbClr val="86EFAC"/>
                </a:solidFill>
              </a:defRPr>
            </a:lvl8pPr>
            <a:lvl9pPr algn="l">
              <a:defRPr sz="1875" b="1">
                <a:solidFill>
                  <a:srgbClr val="86EFAC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6EFAC"/>
                </a:solidFill>
              </a:defRPr>
            </a:pPr>
            <a:r>
              <a:rPr sz="1875" b="1">
                <a:solidFill>
                  <a:srgbClr val="86EFAC"/>
                </a:solidFill>
              </a:rPr>
              <a:t>Cleanup 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068B26-B4B3-4DA3-9C02-BA87D4E7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149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E5E7EB"/>
                </a:solidFill>
              </a:defRPr>
            </a:defPPr>
            <a:lvl1pPr algn="l">
              <a:defRPr sz="1275" b="0">
                <a:solidFill>
                  <a:srgbClr val="E5E7EB"/>
                </a:solidFill>
              </a:defRPr>
            </a:lvl1pPr>
            <a:lvl2pPr algn="l">
              <a:defRPr sz="1275" b="0">
                <a:solidFill>
                  <a:srgbClr val="E5E7EB"/>
                </a:solidFill>
              </a:defRPr>
            </a:lvl2pPr>
            <a:lvl3pPr algn="l">
              <a:defRPr sz="1275" b="0">
                <a:solidFill>
                  <a:srgbClr val="E5E7EB"/>
                </a:solidFill>
              </a:defRPr>
            </a:lvl3pPr>
            <a:lvl4pPr algn="l">
              <a:defRPr sz="1275" b="0">
                <a:solidFill>
                  <a:srgbClr val="E5E7EB"/>
                </a:solidFill>
              </a:defRPr>
            </a:lvl4pPr>
            <a:lvl5pPr algn="l">
              <a:defRPr sz="1275" b="0">
                <a:solidFill>
                  <a:srgbClr val="E5E7EB"/>
                </a:solidFill>
              </a:defRPr>
            </a:lvl5pPr>
            <a:lvl6pPr algn="l">
              <a:defRPr sz="1275" b="0">
                <a:solidFill>
                  <a:srgbClr val="E5E7EB"/>
                </a:solidFill>
              </a:defRPr>
            </a:lvl6pPr>
            <a:lvl7pPr algn="l">
              <a:defRPr sz="1275" b="0">
                <a:solidFill>
                  <a:srgbClr val="E5E7EB"/>
                </a:solidFill>
              </a:defRPr>
            </a:lvl7pPr>
            <a:lvl8pPr algn="l">
              <a:defRPr sz="1275" b="0">
                <a:solidFill>
                  <a:srgbClr val="E5E7EB"/>
                </a:solidFill>
              </a:defRPr>
            </a:lvl8pPr>
            <a:lvl9pPr algn="l">
              <a:defRPr sz="1275" b="0">
                <a:solidFill>
                  <a:srgbClr val="E5E7E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ASGs, ALB, target groups, security rules, IAM resources, and the S3 bucket were removed in dependency order.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80934-2378-4B35-9D4A-CCA2B2B8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2FB38-3362-4B3F-A9F2-E781F599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50370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2026-10-29T08:06:22.4460000Z</dcterms:created>
  <dcterms:modified xsi:type="dcterms:W3CDTF">2026-10-29T08:06:22.4460000Z</dcterms:modified>
</coreProperties>
</file>