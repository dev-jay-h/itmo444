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2fc841e204ab1" /><Relationship Type="http://schemas.openxmlformats.org/officeDocument/2006/relationships/extended-properties" Target="/docProps/app.xml" Id="R7a425f901d6f463b" /><Relationship Type="http://schemas.openxmlformats.org/officeDocument/2006/relationships/officeDocument" Target="/ppt/presentation.xml" Id="Rac8e3fec9422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8aaf7305e472f"/>
  </p:sldMasterIdLst>
  <p:notesMasterIdLst>
    <p:notesMasterId xmlns:r="http://schemas.openxmlformats.org/officeDocument/2006/relationships" r:id="Rbf7b39b86fe740c7"/>
  </p:notesMasterIdLst>
  <p:sldIdLst>
    <p:sldId xmlns:r="http://schemas.openxmlformats.org/officeDocument/2006/relationships" id="256" r:id="Re5a32bbdb46144c8"/>
    <p:sldId xmlns:r="http://schemas.openxmlformats.org/officeDocument/2006/relationships" id="257" r:id="R569271cb9f8d44c2"/>
    <p:sldId xmlns:r="http://schemas.openxmlformats.org/officeDocument/2006/relationships" id="258" r:id="R72dbe0b8f89c443a"/>
    <p:sldId xmlns:r="http://schemas.openxmlformats.org/officeDocument/2006/relationships" id="259" r:id="R0ec6e62051934ccb"/>
    <p:sldId xmlns:r="http://schemas.openxmlformats.org/officeDocument/2006/relationships" id="260" r:id="Rdbb8524752354a78"/>
    <p:sldId xmlns:r="http://schemas.openxmlformats.org/officeDocument/2006/relationships" id="261" r:id="R4fde1db6fd1c40b7"/>
    <p:sldId xmlns:r="http://schemas.openxmlformats.org/officeDocument/2006/relationships" id="262" r:id="R9b6c522e37374079"/>
    <p:sldId xmlns:r="http://schemas.openxmlformats.org/officeDocument/2006/relationships" id="263" r:id="R5e847200378849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fcd96b7c5411b" /><Relationship Type="http://schemas.openxmlformats.org/officeDocument/2006/relationships/slideMaster" Target="/ppt/slideMasters/slideMaster1.xml" Id="Ra3a8aaf7305e472f" /><Relationship Type="http://schemas.openxmlformats.org/officeDocument/2006/relationships/notesMaster" Target="/ppt/notesMasters/notesMaster1.xml" Id="Rbf7b39b86fe740c7" /><Relationship Type="http://schemas.openxmlformats.org/officeDocument/2006/relationships/presProps" Target="/ppt/presProps.xml" Id="R0470b82d42d74ca9" /><Relationship Type="http://schemas.openxmlformats.org/officeDocument/2006/relationships/tableStyles" Target="/ppt/tableStyles.xml" Id="R7e7b94df0ad64b2e" /><Relationship Type="http://schemas.openxmlformats.org/officeDocument/2006/relationships/slide" Target="/ppt/slides/slide1.xml" Id="Re5a32bbdb46144c8" /><Relationship Type="http://schemas.openxmlformats.org/officeDocument/2006/relationships/slide" Target="/ppt/slides/slide2.xml" Id="R569271cb9f8d44c2" /><Relationship Type="http://schemas.openxmlformats.org/officeDocument/2006/relationships/slide" Target="/ppt/slides/slide3.xml" Id="R72dbe0b8f89c443a" /><Relationship Type="http://schemas.openxmlformats.org/officeDocument/2006/relationships/slide" Target="/ppt/slides/slide4.xml" Id="R0ec6e62051934ccb" /><Relationship Type="http://schemas.openxmlformats.org/officeDocument/2006/relationships/slide" Target="/ppt/slides/slide5.xml" Id="Rdbb8524752354a78" /><Relationship Type="http://schemas.openxmlformats.org/officeDocument/2006/relationships/slide" Target="/ppt/slides/slide6.xml" Id="R4fde1db6fd1c40b7" /><Relationship Type="http://schemas.openxmlformats.org/officeDocument/2006/relationships/slide" Target="/ppt/slides/slide7.xml" Id="R9b6c522e37374079" /><Relationship Type="http://schemas.openxmlformats.org/officeDocument/2006/relationships/slide" Target="/ppt/slides/slide8.xml" Id="R5e8472003788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a74bcc7ed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95f9b845d484e" /><Relationship Type="http://schemas.openxmlformats.org/officeDocument/2006/relationships/notesMaster" Target="/ppt/notesMasters/notesMaster1.xml" Id="R1c22940b45714c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2eca8687f4f91" /><Relationship Type="http://schemas.openxmlformats.org/officeDocument/2006/relationships/notesMaster" Target="/ppt/notesMasters/notesMaster1.xml" Id="R87b0a8d1e9ab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6b4e4b4764219" /><Relationship Type="http://schemas.openxmlformats.org/officeDocument/2006/relationships/notesMaster" Target="/ppt/notesMasters/notesMaster1.xml" Id="Rc951fe9845184e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8a066b02e4aa3" /><Relationship Type="http://schemas.openxmlformats.org/officeDocument/2006/relationships/notesMaster" Target="/ppt/notesMasters/notesMaster1.xml" Id="R9ec6bcadfb00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291ca329a64899" /><Relationship Type="http://schemas.openxmlformats.org/officeDocument/2006/relationships/notesMaster" Target="/ppt/notesMasters/notesMaster1.xml" Id="Ra71ab9be763e4d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fa65886864662" /><Relationship Type="http://schemas.openxmlformats.org/officeDocument/2006/relationships/notesMaster" Target="/ppt/notesMasters/notesMaster1.xml" Id="R46d56139c97f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0742222b64e6f" /><Relationship Type="http://schemas.openxmlformats.org/officeDocument/2006/relationships/notesMaster" Target="/ppt/notesMasters/notesMaster1.xml" Id="Rbfea85496873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c1b531b2ca423b" /><Relationship Type="http://schemas.openxmlformats.org/officeDocument/2006/relationships/notesMaster" Target="/ppt/notesMasters/notesMaster1.xml" Id="R82b5bfd5b4c6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813a2a3240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61bd75cff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069878d864a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937bf17fc47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78011f49845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7a01c1688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599B17-C7AA-400F-8DAE-41B0B6919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8ADD07-CAD3-465B-A185-882C86B32F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31A183-B9EF-491B-BB5A-51852EFE9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26B21-E685-4F24-AF4F-B2D8D6E8D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C86542-7916-4FC7-ACE7-E4D954971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B0D6CE-FD46-4E53-90FB-A15E1C359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3EE12-D457-496D-8DD0-AE31E9225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382921-B9D4-4C24-91FE-0FBECB3BBD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78EA32-3873-4FB8-9021-59A5D1539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A6BD85-0844-45B1-8E56-5485EBB33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bfddddcc8458b" /><Relationship Type="http://schemas.openxmlformats.org/officeDocument/2006/relationships/slideLayout" Target="/ppt/slideLayouts/slideLayout1.xml" Id="Rf3d6353dbf074606" /><Relationship Type="http://schemas.openxmlformats.org/officeDocument/2006/relationships/slideLayout" Target="/ppt/slideLayouts/slideLayout2.xml" Id="R008dec2d1f534819" /><Relationship Type="http://schemas.openxmlformats.org/officeDocument/2006/relationships/slideLayout" Target="/ppt/slideLayouts/slideLayout3.xml" Id="R376ce7dbddbe49fb" /><Relationship Type="http://schemas.openxmlformats.org/officeDocument/2006/relationships/slideLayout" Target="/ppt/slideLayouts/slideLayout4.xml" Id="R022ef813f82b44d3" /><Relationship Type="http://schemas.openxmlformats.org/officeDocument/2006/relationships/slideLayout" Target="/ppt/slideLayouts/slideLayout5.xml" Id="Rf27d6cd6d9274c29" /><Relationship Type="http://schemas.openxmlformats.org/officeDocument/2006/relationships/slideLayout" Target="/ppt/slideLayouts/slideLayout6.xml" Id="R234a759bb67f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6353dbf074606"/>
    <p:sldLayoutId xmlns:r="http://schemas.openxmlformats.org/officeDocument/2006/relationships" id="2147483650" r:id="R008dec2d1f534819"/>
    <p:sldLayoutId xmlns:r="http://schemas.openxmlformats.org/officeDocument/2006/relationships" id="2147483651" r:id="R376ce7dbddbe49fb"/>
    <p:sldLayoutId xmlns:r="http://schemas.openxmlformats.org/officeDocument/2006/relationships" id="2147483652" r:id="R022ef813f82b44d3"/>
    <p:sldLayoutId xmlns:r="http://schemas.openxmlformats.org/officeDocument/2006/relationships" id="2147483653" r:id="Rf27d6cd6d9274c29"/>
    <p:sldLayoutId xmlns:r="http://schemas.openxmlformats.org/officeDocument/2006/relationships" id="2147483654" r:id="R234a759bb67f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ac5a2ecc44b0b" /><Relationship Type="http://schemas.openxmlformats.org/officeDocument/2006/relationships/notesSlide" Target="/ppt/notesSlides/notesSlide1.xml" Id="Rf9de62788ed9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546170d274cd8" /><Relationship Type="http://schemas.openxmlformats.org/officeDocument/2006/relationships/notesSlide" Target="/ppt/notesSlides/notesSlide2.xml" Id="R2f978e03090648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2fab1ba804151" /><Relationship Type="http://schemas.openxmlformats.org/officeDocument/2006/relationships/image" Target="/ppt/media/image.png" Id="Rb3e4b183177541b5" /><Relationship Type="http://schemas.openxmlformats.org/officeDocument/2006/relationships/notesSlide" Target="/ppt/notesSlides/notesSlide3.xml" Id="R9653d90d0674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9f088c07d4752" /><Relationship Type="http://schemas.openxmlformats.org/officeDocument/2006/relationships/image" Target="/ppt/media/image2.png" Id="R67d0d70e771847cf" /><Relationship Type="http://schemas.openxmlformats.org/officeDocument/2006/relationships/image" Target="/ppt/media/image3.png" Id="R4fd2e1599f8a47e2" /><Relationship Type="http://schemas.openxmlformats.org/officeDocument/2006/relationships/notesSlide" Target="/ppt/notesSlides/notesSlide4.xml" Id="R15d585a52afc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a2992ac424c92" /><Relationship Type="http://schemas.openxmlformats.org/officeDocument/2006/relationships/image" Target="/ppt/media/image4.png" Id="R884dc08b6c5c453f" /><Relationship Type="http://schemas.openxmlformats.org/officeDocument/2006/relationships/notesSlide" Target="/ppt/notesSlides/notesSlide5.xml" Id="Re59bcd5b511841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9dfc406814133" /><Relationship Type="http://schemas.openxmlformats.org/officeDocument/2006/relationships/chart" Target="/ppt/slides/charts/chart1.xml" Id="R99bb838c789947cf" /><Relationship Type="http://schemas.openxmlformats.org/officeDocument/2006/relationships/image" Target="/ppt/media/image5.png" Id="R2f351578c23b41dc" /><Relationship Type="http://schemas.openxmlformats.org/officeDocument/2006/relationships/image" Target="/ppt/media/image6.png" Id="Rf5310ee91b954117" /><Relationship Type="http://schemas.openxmlformats.org/officeDocument/2006/relationships/notesSlide" Target="/ppt/notesSlides/notesSlide6.xml" Id="R8a15032acf1e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0d428feb4490a" /><Relationship Type="http://schemas.openxmlformats.org/officeDocument/2006/relationships/notesSlide" Target="/ppt/notesSlides/notesSlide7.xml" Id="R1986e1978f674e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c3820e52f4231" /><Relationship Type="http://schemas.openxmlformats.org/officeDocument/2006/relationships/image" Target="/ppt/media/image7.png" Id="Rdcf578296d2648c1" /><Relationship Type="http://schemas.openxmlformats.org/officeDocument/2006/relationships/notesSlide" Target="/ppt/notesSlides/notesSlide8.xml" Id="R682f150701e344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Measured outage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Lit>
              <c:ptCount val="2"/>
              <c:pt idx="0">
                <c:v>180 s SLO run</c:v>
              </c:pt>
              <c:pt idx="1">
                <c:v>60 s tightened SLO run</c:v>
              </c:pt>
            </c:strLit>
          </c:cat>
          <c:val>
            <c:numLit>
              <c:formatCode>General</c:formatCode>
              <c:ptCount val="2"/>
              <c:pt idx="0">
                <c:v>77.49</c:v>
              </c:pt>
              <c:pt idx="1">
                <c:v>81.57</c:v>
              </c:pt>
            </c:numLit>
          </c:val>
        </c:ser>
        <c:ser>
          <c:idx val="1"/>
          <c:order val="1"/>
          <c:tx>
            <c:v>SLO threshold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Lit>
              <c:ptCount val="2"/>
              <c:pt idx="0">
                <c:v>180 s SLO run</c:v>
              </c:pt>
              <c:pt idx="1">
                <c:v>60 s tightened SLO run</c:v>
              </c:pt>
            </c:strLit>
          </c:cat>
          <c:val>
            <c:numLit>
              <c:formatCode>General</c:formatCode>
              <c:ptCount val="2"/>
              <c:pt idx="0">
                <c:v>180</c:v>
              </c:pt>
              <c:pt idx="1">
                <c:v>60</c:v>
              </c:pt>
            </c:numLit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4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9F83-DAF9-4A58-B2F7-4B39AF7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6F52-4E26-472B-97EC-7ED756FC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5F0B8-572C-4A40-B0D2-7581DB2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5C752-6EBC-4D54-96A0-62E94F3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E1A9A-E653-4227-BDC0-1D48834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A178E-99B3-4FB3-A02C-3997676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16DB-4E20-4369-B1E4-419882D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82C8-6C7B-4B47-91D8-A8CF874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7FC8-FBE6-449C-8C81-D299E59F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B7BE-A497-4352-B80B-B6BF4F3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5263-6303-4671-90C2-F584A8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E69D4-9552-470D-B4D5-5E9A170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752385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03F40-0655-4452-A71E-D0E2FF2F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C5384-9B76-480A-A9A1-E6EF9DB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169F6-8719-4C97-A904-B49C3BB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08B16-E7E8-4293-B000-F3D3B33B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EAEA6-C7E5-4B00-A7D2-5FC8472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88007-B773-400D-9F7E-2296CBD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04336-790B-491A-BA1C-D005440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C32D-8B06-4242-9572-9B7114B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74C2-FE09-43C6-8EE3-0913F51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D4ED8"/>
                </a:solidFill>
              </a:defRPr>
            </a:defPPr>
            <a:lvl1pPr algn="ctr">
              <a:defRPr sz="1500" b="1">
                <a:solidFill>
                  <a:srgbClr val="1D4ED8"/>
                </a:solidFill>
              </a:defRPr>
            </a:lvl1pPr>
            <a:lvl2pPr algn="ctr">
              <a:defRPr sz="1500" b="1">
                <a:solidFill>
                  <a:srgbClr val="1D4ED8"/>
                </a:solidFill>
              </a:defRPr>
            </a:lvl2pPr>
            <a:lvl3pPr algn="ctr">
              <a:defRPr sz="1500" b="1">
                <a:solidFill>
                  <a:srgbClr val="1D4ED8"/>
                </a:solidFill>
              </a:defRPr>
            </a:lvl3pPr>
            <a:lvl4pPr algn="ctr">
              <a:defRPr sz="1500" b="1">
                <a:solidFill>
                  <a:srgbClr val="1D4ED8"/>
                </a:solidFill>
              </a:defRPr>
            </a:lvl4pPr>
            <a:lvl5pPr algn="ctr">
              <a:defRPr sz="1500" b="1">
                <a:solidFill>
                  <a:srgbClr val="1D4ED8"/>
                </a:solidFill>
              </a:defRPr>
            </a:lvl5pPr>
            <a:lvl6pPr algn="ctr">
              <a:defRPr sz="1500" b="1">
                <a:solidFill>
                  <a:srgbClr val="1D4ED8"/>
                </a:solidFill>
              </a:defRPr>
            </a:lvl6pPr>
            <a:lvl7pPr algn="ctr">
              <a:defRPr sz="1500" b="1">
                <a:solidFill>
                  <a:srgbClr val="1D4ED8"/>
                </a:solidFill>
              </a:defRPr>
            </a:lvl7pPr>
            <a:lvl8pPr algn="ctr">
              <a:defRPr sz="1500" b="1">
                <a:solidFill>
                  <a:srgbClr val="1D4ED8"/>
                </a:solidFill>
              </a:defRPr>
            </a:lvl8pPr>
            <a:lvl9pPr algn="ctr">
              <a:defRPr sz="15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Application Load</a:t>
            </a:r>
          </a:p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714E1-5DE9-425F-A74E-0E4712D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64748B"/>
                </a:solidFill>
              </a:defRPr>
            </a:defPPr>
            <a:lvl1pPr algn="ctr">
              <a:defRPr sz="975" b="0">
                <a:solidFill>
                  <a:srgbClr val="64748B"/>
                </a:solidFill>
              </a:defRPr>
            </a:lvl1pPr>
            <a:lvl2pPr algn="ctr">
              <a:defRPr sz="975" b="0">
                <a:solidFill>
                  <a:srgbClr val="64748B"/>
                </a:solidFill>
              </a:defRPr>
            </a:lvl2pPr>
            <a:lvl3pPr algn="ctr">
              <a:defRPr sz="975" b="0">
                <a:solidFill>
                  <a:srgbClr val="64748B"/>
                </a:solidFill>
              </a:defRPr>
            </a:lvl3pPr>
            <a:lvl4pPr algn="ctr">
              <a:defRPr sz="975" b="0">
                <a:solidFill>
                  <a:srgbClr val="64748B"/>
                </a:solidFill>
              </a:defRPr>
            </a:lvl4pPr>
            <a:lvl5pPr algn="ctr">
              <a:defRPr sz="975" b="0">
                <a:solidFill>
                  <a:srgbClr val="64748B"/>
                </a:solidFill>
              </a:defRPr>
            </a:lvl5pPr>
            <a:lvl6pPr algn="ctr">
              <a:defRPr sz="975" b="0">
                <a:solidFill>
                  <a:srgbClr val="64748B"/>
                </a:solidFill>
              </a:defRPr>
            </a:lvl6pPr>
            <a:lvl7pPr algn="ctr">
              <a:defRPr sz="975" b="0">
                <a:solidFill>
                  <a:srgbClr val="64748B"/>
                </a:solidFill>
              </a:defRPr>
            </a:lvl7pPr>
            <a:lvl8pPr algn="ctr">
              <a:defRPr sz="975" b="0">
                <a:solidFill>
                  <a:srgbClr val="64748B"/>
                </a:solidFill>
              </a:defRPr>
            </a:lvl8pPr>
            <a:lvl9pPr algn="ctr">
              <a:defRPr sz="9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3AEFD-D83A-493B-86E8-E601967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5EA93-152C-4F3D-84EE-2457E858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42F03-56BC-4947-8EEE-5C327776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7DD69-70F1-4C66-9F21-0FE7DFD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FDBC2-AC3B-4808-9435-F88FB6E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08F87-763F-4D83-A112-6D868D5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92BA5-4364-40A6-BA8A-3421184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7BF5C-1550-4F84-8C73-8735948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A2EFB-DCAF-47C1-8014-960D416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AD478-A42D-4341-A8F3-32C2BB3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01B1E-5F40-49EA-860A-46D5EE6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47CEF-5105-40D5-9AAA-0C6AD1D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DF03A-FE53-4058-B0B8-E58F13E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C1596-9F80-4CA2-BFAD-C3E971A6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802DF-08FF-4853-B26E-D4C9217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1672D-6D2E-43AF-AE98-42AAF29A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D32F4-8FB8-426B-A3FF-B9F0EF1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228C0-DF68-433C-A3DE-25EC7492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0EFFE-81B4-4C86-BD9A-CC99D11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2651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0EFDB-5EBE-481C-8EAD-47BDCCD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7023C-27FD-4994-A367-9BC26428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46BD2-3753-4CD4-9175-DD38512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5E58E-591C-41A1-A881-558DC76B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CD48-C0B9-49C5-82F9-0E5060DA8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4b183177541b5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5E0CD-E6EB-49A7-A113-D5F2E4E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5B8D4-B573-4BDC-BCB1-7E0CAC7F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A92F0-EE3D-4233-B946-69B4155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7F0D8-C6D2-4F24-88AF-01C355D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B03FB-9D30-4854-87F9-BDF5F20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294C0-EB6B-462C-BEBA-C2D79D8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0F160-A8A0-4001-B6BE-71BF734E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571D5-6DB6-42C6-A515-6EB4376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489B-F6FF-46A2-9607-669AD9F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44FD0-A803-45AE-8365-AEF11759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6DDE4-A4F5-4C94-BEC9-E7986ADF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8370-9D02-47D6-9322-F5F4981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68B87-2D9B-4FD9-AE07-ECFDFA78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6067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74A09-4094-46F9-B2C8-1AB55257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CFDE2-07D1-499A-BF7E-FCD0EBE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 endpoints were reachable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C6CF4-5EFE-40F9-ADC0-930CA13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9A49-388B-4270-BDAC-5AE9A00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5E37-20E8-4DF6-B94D-F2E5B858F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0d70e771847cf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1F02-D242-4D62-AF41-2327532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591B-9314-4725-B8DF-5D090159D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2e1599f8a47e2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E2519-660E-405B-8AB7-CAE0841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7EF82-33A7-4810-932C-E2A46C8D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8E6BE-B695-413B-AC16-4ACA2D3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screenshots confirm that both listener ports returned their application pages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E40E3-527F-470B-8002-FF4963F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09C34-B19A-499C-8B46-67885E1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81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21C4F-594E-446D-859A-EAD372A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25C8F-1F95-472D-B00B-AFA5138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CC9A0-F8DD-43F8-B37E-7FA38C1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13310-920E-40D3-9F69-7A97F3F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8CB9-3439-479A-BE4D-487B0E912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dc08b6c5c453f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0F77C-D06F-4E70-B572-A43C1C2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BF15-37B4-4A1B-B8B0-100B8ED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95F8A-82B2-4550-9646-06D818B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172FA-F51D-4FA3-838C-C3F9949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9D4FD-9B97-49CF-A239-8531569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8FBFC-E714-4569-835F-59EF7AD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2D27A-DA9B-4ACF-BC39-70862D1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A44C8-A34C-403F-A363-6C048031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D0477-57D6-4621-A8D3-7256D02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6FBC4-872D-4EB2-9178-41D95667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E7D8E-3B7D-4C4E-9BF1-B2E5677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9115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73D37-116E-4A6F-B287-6832527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388D-497B-477A-8A89-306FA68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C3336-ECD5-44A4-BA40-942A0039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4A6B52D-4F17-4F0F-B5F6-CDC3C0269C4D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b838c789947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43C21-16C5-49C0-8A5B-958B072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5741-1FA6-48F4-A83F-8C4B7096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3FF69-F4AD-4FD2-BF22-B20068F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7DE9E-81D9-4CD2-9EAF-64BCF63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A6D1C-DAC9-4797-AD75-EEA54B5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8FFF1-84C9-483B-93FD-1B6CAC4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3DAD-545F-4CAF-BF5C-3FCB10D51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51578c23b41dc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511FE-2AB3-44E5-BB9E-BA76580D2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10ee91b954117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D0C8-25B0-4F51-8BCF-A290411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801F3-0CF3-4F21-B57E-D06E404C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461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F58B8-9367-4F87-84C3-1E8AC7CE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83DB3-96FD-40A1-9D6C-90EEA78A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2B11B-F4EA-4FA0-A8C6-C1974C2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3F32E-E9E9-4DD0-AB98-BAFFDF3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6F6F4-021B-4755-B732-206F8AB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19C20-A62D-480B-9BBF-7BF5E3EA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79A6-77F1-42D3-AE1A-88A58EA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3530B-D511-442D-9594-BA38714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58334-2683-4FBD-8C34-B6CBE92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CC89-D917-4D5B-BC7E-B518D5B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E6688-BAF3-4B16-B320-B29A506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E21FF-8BFE-4713-A550-782D088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69EB0-3B4A-48EC-9632-71BA5CC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BF73D-7116-4D18-81F8-BD44F64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D5354-FE30-43A5-85E7-97BDA64B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E1482-04A4-4F4C-9C2A-106A729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551C5-7E96-4025-B0B3-632BA89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9782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9E1B7-5A98-462A-90BD-4A6B780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0D6C0-5339-4FFB-91C5-E635F45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80C67-4582-4DC4-9110-7AFEC7B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8A866-8BD3-4292-958A-7B2A7F1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161CD-D429-45B9-8F61-8445D6C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DA92-1672-4FC4-A396-2BB66793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692E5-81D6-4C82-ACF7-CE97068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14602-EC07-4421-9F11-83B67DD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E4AF0-FF4C-49DF-AB80-1B7C37C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8F58E-8F07-4316-AA8A-B2A47E47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30DF7-44C5-4D90-AB16-88298D0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324BB-55A7-421D-95A2-401DB7712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578296d2648c1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F061C-CB2F-4C9C-8A31-1AC4F2CE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33D76-B523-4AFF-B547-F63588A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96335-31C7-4D6D-A622-62F99409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82502-173B-4170-B148-EBAAECE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7012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2026-10-29T08:06:45.8240000Z</dcterms:created>
  <dcterms:modified xsi:type="dcterms:W3CDTF">2026-10-29T08:06:45.8240000Z</dcterms:modified>
</coreProperties>
</file>