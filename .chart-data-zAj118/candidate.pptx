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a91c5b93ca40da" /><Relationship Type="http://schemas.openxmlformats.org/officeDocument/2006/relationships/extended-properties" Target="/docProps/app.xml" Id="R2914f2cc6cd04deb" /><Relationship Type="http://schemas.openxmlformats.org/officeDocument/2006/relationships/officeDocument" Target="/ppt/presentation.xml" Id="Rca81772266484f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e0851efefe4ad1"/>
  </p:sldMasterIdLst>
  <p:notesMasterIdLst>
    <p:notesMasterId xmlns:r="http://schemas.openxmlformats.org/officeDocument/2006/relationships" r:id="R190992b259c5434c"/>
  </p:notesMasterIdLst>
  <p:sldIdLst>
    <p:sldId xmlns:r="http://schemas.openxmlformats.org/officeDocument/2006/relationships" id="256" r:id="R39b6f3ddd0214527"/>
    <p:sldId xmlns:r="http://schemas.openxmlformats.org/officeDocument/2006/relationships" id="257" r:id="R9d7c9dfb31a34db7"/>
    <p:sldId xmlns:r="http://schemas.openxmlformats.org/officeDocument/2006/relationships" id="258" r:id="R33bfe9686efd46bf"/>
    <p:sldId xmlns:r="http://schemas.openxmlformats.org/officeDocument/2006/relationships" id="259" r:id="Rd92af40bf6b24cbd"/>
    <p:sldId xmlns:r="http://schemas.openxmlformats.org/officeDocument/2006/relationships" id="260" r:id="R926c0f309308475f"/>
    <p:sldId xmlns:r="http://schemas.openxmlformats.org/officeDocument/2006/relationships" id="261" r:id="R99e507f9a9654a6a"/>
    <p:sldId xmlns:r="http://schemas.openxmlformats.org/officeDocument/2006/relationships" id="262" r:id="R93d3288009384de8"/>
    <p:sldId xmlns:r="http://schemas.openxmlformats.org/officeDocument/2006/relationships" id="263" r:id="R8eaa3bf40c9949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63368515ab4968" /><Relationship Type="http://schemas.openxmlformats.org/officeDocument/2006/relationships/slideMaster" Target="/ppt/slideMasters/slideMaster1.xml" Id="R2ce0851efefe4ad1" /><Relationship Type="http://schemas.openxmlformats.org/officeDocument/2006/relationships/notesMaster" Target="/ppt/notesMasters/notesMaster1.xml" Id="R190992b259c5434c" /><Relationship Type="http://schemas.openxmlformats.org/officeDocument/2006/relationships/presProps" Target="/ppt/presProps.xml" Id="Re25c4d77c8634a51" /><Relationship Type="http://schemas.openxmlformats.org/officeDocument/2006/relationships/tableStyles" Target="/ppt/tableStyles.xml" Id="Rd5003af7f06842f4" /><Relationship Type="http://schemas.openxmlformats.org/officeDocument/2006/relationships/slide" Target="/ppt/slides/slide1.xml" Id="R39b6f3ddd0214527" /><Relationship Type="http://schemas.openxmlformats.org/officeDocument/2006/relationships/slide" Target="/ppt/slides/slide2.xml" Id="R9d7c9dfb31a34db7" /><Relationship Type="http://schemas.openxmlformats.org/officeDocument/2006/relationships/slide" Target="/ppt/slides/slide3.xml" Id="R33bfe9686efd46bf" /><Relationship Type="http://schemas.openxmlformats.org/officeDocument/2006/relationships/slide" Target="/ppt/slides/slide4.xml" Id="Rd92af40bf6b24cbd" /><Relationship Type="http://schemas.openxmlformats.org/officeDocument/2006/relationships/slide" Target="/ppt/slides/slide5.xml" Id="R926c0f309308475f" /><Relationship Type="http://schemas.openxmlformats.org/officeDocument/2006/relationships/slide" Target="/ppt/slides/slide6.xml" Id="R99e507f9a9654a6a" /><Relationship Type="http://schemas.openxmlformats.org/officeDocument/2006/relationships/slide" Target="/ppt/slides/slide7.xml" Id="R93d3288009384de8" /><Relationship Type="http://schemas.openxmlformats.org/officeDocument/2006/relationships/slide" Target="/ppt/slides/slide8.xml" Id="R8eaa3bf40c9949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3822d90b8e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5f2b6f46884842" /><Relationship Type="http://schemas.openxmlformats.org/officeDocument/2006/relationships/notesMaster" Target="/ppt/notesMasters/notesMaster1.xml" Id="R158a1353a34048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d7a5b505fc4190" /><Relationship Type="http://schemas.openxmlformats.org/officeDocument/2006/relationships/notesMaster" Target="/ppt/notesMasters/notesMaster1.xml" Id="Rd6b530d5e47248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b7cab41628454d" /><Relationship Type="http://schemas.openxmlformats.org/officeDocument/2006/relationships/notesMaster" Target="/ppt/notesMasters/notesMaster1.xml" Id="Re84ac18425da4c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6639be26d24d4d" /><Relationship Type="http://schemas.openxmlformats.org/officeDocument/2006/relationships/notesMaster" Target="/ppt/notesMasters/notesMaster1.xml" Id="Re77fdaa596654d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c254902b364eb9" /><Relationship Type="http://schemas.openxmlformats.org/officeDocument/2006/relationships/notesMaster" Target="/ppt/notesMasters/notesMaster1.xml" Id="Rb2a39d1091934d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27bd25d3114531" /><Relationship Type="http://schemas.openxmlformats.org/officeDocument/2006/relationships/notesMaster" Target="/ppt/notesMasters/notesMaster1.xml" Id="R0c1deb92b14745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7aa858df0440ff" /><Relationship Type="http://schemas.openxmlformats.org/officeDocument/2006/relationships/notesMaster" Target="/ppt/notesMasters/notesMaster1.xml" Id="R6982fdb0a29b4f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2dcb5f7f9b430d" /><Relationship Type="http://schemas.openxmlformats.org/officeDocument/2006/relationships/notesMaster" Target="/ppt/notesMasters/notesMaster1.xml" Id="R7b7e1ecebeb44d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Assignment4 -Multi-AZ Resilience.pdf</a:t>
            </a:r>
          </a:p>
          <a:p xmlns:a="http://schemas.openxmlformats.org/drawingml/2006/main">
            <a:r>
              <a:t>Course lab reference: EC2_ALB_ASG_MultiAZ_Resilience.pdf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lab04/create_app_stack.sh; EC2_ALB_ASG_MultiAZ_Resilience.pdf, Architecture 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Implementation: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images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image extracted from Assignment4 -Multi-AZ Resilience.pdf</a:t>
            </a:r>
          </a:p>
          <a:p xmlns:a="http://schemas.openxmlformats.org/drawingml/2006/main">
            <a:r>
              <a:t>Configuration source: lab04/create_app_stack.sh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lab04/testing/chaos_test_uploader_1792080610.csv; lab04/testing/chaos_test_uploader_1792080780.csv</a:t>
            </a:r>
          </a:p>
          <a:p xmlns:a="http://schemas.openxmlformats.org/drawingml/2006/main">
            <a:r>
              <a:t>Console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source: lab04/testing/chaos_test.py</a:t>
            </a:r>
          </a:p>
          <a:p xmlns:a="http://schemas.openxmlformats.org/drawingml/2006/main">
            <a:r>
              <a:t>Timing source: lab04/testing/chaos_test_uploader_1792080610.csv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sources: lab04/create_app_stack.sh; lab04/delete_app_stack.sh</a:t>
            </a:r>
          </a:p>
          <a:p xmlns:a="http://schemas.openxmlformats.org/drawingml/2006/main">
            <a:r>
              <a:t>Cleanup evidence extracted from Assignment4 -Multi-AZ Resilience.pdf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e4974f86c46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f67fba98e48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0533e991b48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829054cbc41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d461858a641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cd87986a546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7BC3EE-32A2-43BE-868F-96EF897F3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6CF40B-C211-4BCA-A7B1-D00EFF77EF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045121-5EE9-4F8B-8BBA-6727EBCCC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3736CB-6A8E-4551-8623-B5910ACC7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FA10DD-2E87-4F8E-8B07-224322DB13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FA2DAB-8F59-442F-8ADC-B506F4143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D5CBC0-26A7-4A88-A591-98EC111916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C139FF-8639-4548-BC62-B6483F7C1A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3E5CBD-3176-4E6C-A7B5-CB3B39B25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640706-8C08-4444-A101-208A8ADC63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dc0c2c60624709" /><Relationship Type="http://schemas.openxmlformats.org/officeDocument/2006/relationships/slideLayout" Target="/ppt/slideLayouts/slideLayout1.xml" Id="R0a8aaec162d24e9c" /><Relationship Type="http://schemas.openxmlformats.org/officeDocument/2006/relationships/slideLayout" Target="/ppt/slideLayouts/slideLayout2.xml" Id="Rd59161b94ce74838" /><Relationship Type="http://schemas.openxmlformats.org/officeDocument/2006/relationships/slideLayout" Target="/ppt/slideLayouts/slideLayout3.xml" Id="Rcb20167ec96341c1" /><Relationship Type="http://schemas.openxmlformats.org/officeDocument/2006/relationships/slideLayout" Target="/ppt/slideLayouts/slideLayout4.xml" Id="Rc035ebb12ab8491c" /><Relationship Type="http://schemas.openxmlformats.org/officeDocument/2006/relationships/slideLayout" Target="/ppt/slideLayouts/slideLayout5.xml" Id="R0c9388b074c94806" /><Relationship Type="http://schemas.openxmlformats.org/officeDocument/2006/relationships/slideLayout" Target="/ppt/slideLayouts/slideLayout6.xml" Id="R678c1529fbe14b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8aaec162d24e9c"/>
    <p:sldLayoutId xmlns:r="http://schemas.openxmlformats.org/officeDocument/2006/relationships" id="2147483650" r:id="Rd59161b94ce74838"/>
    <p:sldLayoutId xmlns:r="http://schemas.openxmlformats.org/officeDocument/2006/relationships" id="2147483651" r:id="Rcb20167ec96341c1"/>
    <p:sldLayoutId xmlns:r="http://schemas.openxmlformats.org/officeDocument/2006/relationships" id="2147483652" r:id="Rc035ebb12ab8491c"/>
    <p:sldLayoutId xmlns:r="http://schemas.openxmlformats.org/officeDocument/2006/relationships" id="2147483653" r:id="R0c9388b074c94806"/>
    <p:sldLayoutId xmlns:r="http://schemas.openxmlformats.org/officeDocument/2006/relationships" id="2147483654" r:id="R678c1529fbe14b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45dca99dc44e6" /><Relationship Type="http://schemas.openxmlformats.org/officeDocument/2006/relationships/notesSlide" Target="/ppt/notesSlides/notesSlide1.xml" Id="Ra8fad9eaa4bb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a4bfb56724faf" /><Relationship Type="http://schemas.openxmlformats.org/officeDocument/2006/relationships/notesSlide" Target="/ppt/notesSlides/notesSlide2.xml" Id="R50bc6cb6b2ca41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27a4b982840a8" /><Relationship Type="http://schemas.openxmlformats.org/officeDocument/2006/relationships/image" Target="/ppt/media/image.png" Id="R6e0c41c2f2454f21" /><Relationship Type="http://schemas.openxmlformats.org/officeDocument/2006/relationships/notesSlide" Target="/ppt/notesSlides/notesSlide3.xml" Id="R7bd3e7063c7243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6983cc25f4f64" /><Relationship Type="http://schemas.openxmlformats.org/officeDocument/2006/relationships/image" Target="/ppt/media/image2.png" Id="R04f7a87de42f42a9" /><Relationship Type="http://schemas.openxmlformats.org/officeDocument/2006/relationships/image" Target="/ppt/media/image3.png" Id="R5449ac573dbd44b7" /><Relationship Type="http://schemas.openxmlformats.org/officeDocument/2006/relationships/notesSlide" Target="/ppt/notesSlides/notesSlide4.xml" Id="R0c50f4a0d73546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b26adc17dd4eb5" /><Relationship Type="http://schemas.openxmlformats.org/officeDocument/2006/relationships/image" Target="/ppt/media/image4.png" Id="Raac4568f4fa64da3" /><Relationship Type="http://schemas.openxmlformats.org/officeDocument/2006/relationships/notesSlide" Target="/ppt/notesSlides/notesSlide5.xml" Id="R454c783523344a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1b121e092641cf" /><Relationship Type="http://schemas.openxmlformats.org/officeDocument/2006/relationships/chart" Target="/ppt/slides/charts/chart1.xml" Id="R91d98fa186b645ae" /><Relationship Type="http://schemas.openxmlformats.org/officeDocument/2006/relationships/image" Target="/ppt/media/image5.png" Id="R4200e9e23a114452" /><Relationship Type="http://schemas.openxmlformats.org/officeDocument/2006/relationships/image" Target="/ppt/media/image6.png" Id="R28dc94fa94b44ea3" /><Relationship Type="http://schemas.openxmlformats.org/officeDocument/2006/relationships/notesSlide" Target="/ppt/notesSlides/notesSlide6.xml" Id="R9ff0db04b7584e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2ba8dad1c4e33" /><Relationship Type="http://schemas.openxmlformats.org/officeDocument/2006/relationships/notesSlide" Target="/ppt/notesSlides/notesSlide7.xml" Id="Ra7b279d86d3147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593ebe92b947e9" /><Relationship Type="http://schemas.openxmlformats.org/officeDocument/2006/relationships/image" Target="/ppt/media/image7.png" Id="R63850b1937034378" /><Relationship Type="http://schemas.openxmlformats.org/officeDocument/2006/relationships/notesSlide" Target="/ppt/notesSlides/notesSlide8.xml" Id="R6c313eb62b4c428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Outage duration (seconds)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180 s SLO run</c:v>
                </c:pt>
                <c:pt idx="1">
                  <c:v>60 s tightened SLO run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77.49</c:v>
                </c:pt>
                <c:pt idx="1">
                  <c:v>81.57</c:v>
                </c:pt>
              </c:numCache>
            </c:numRef>
          </c:val>
        </c:ser>
        <c:dLbls>
          <c:numFmt formatCode="0.00&quot; s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BBBA9-A4DD-4623-AD6D-90DD97C2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727BB-C204-4149-8553-F5F9E374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ITMO-444 · LAB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9BC83-10FF-418F-BC81-C85003C6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</a:defRPr>
            </a:defPPr>
            <a:lvl1pPr algn="l">
              <a:defRPr sz="3675" b="1">
                <a:solidFill>
                  <a:srgbClr val="FFFFFF"/>
                </a:solidFill>
              </a:defRPr>
            </a:lvl1pPr>
            <a:lvl2pPr algn="l">
              <a:defRPr sz="3675" b="1">
                <a:solidFill>
                  <a:srgbClr val="FFFFFF"/>
                </a:solidFill>
              </a:defRPr>
            </a:lvl2pPr>
            <a:lvl3pPr algn="l">
              <a:defRPr sz="3675" b="1">
                <a:solidFill>
                  <a:srgbClr val="FFFFFF"/>
                </a:solidFill>
              </a:defRPr>
            </a:lvl3pPr>
            <a:lvl4pPr algn="l">
              <a:defRPr sz="3675" b="1">
                <a:solidFill>
                  <a:srgbClr val="FFFFFF"/>
                </a:solidFill>
              </a:defRPr>
            </a:lvl4pPr>
            <a:lvl5pPr algn="l">
              <a:defRPr sz="3675" b="1">
                <a:solidFill>
                  <a:srgbClr val="FFFFFF"/>
                </a:solidFill>
              </a:defRPr>
            </a:lvl5pPr>
            <a:lvl6pPr algn="l">
              <a:defRPr sz="3675" b="1">
                <a:solidFill>
                  <a:srgbClr val="FFFFFF"/>
                </a:solidFill>
              </a:defRPr>
            </a:lvl6pPr>
            <a:lvl7pPr algn="l">
              <a:defRPr sz="3675" b="1">
                <a:solidFill>
                  <a:srgbClr val="FFFFFF"/>
                </a:solidFill>
              </a:defRPr>
            </a:lvl7pPr>
            <a:lvl8pPr algn="l">
              <a:defRPr sz="3675" b="1">
                <a:solidFill>
                  <a:srgbClr val="FFFFFF"/>
                </a:solidFill>
              </a:defRPr>
            </a:lvl8pPr>
            <a:lvl9pPr algn="l">
              <a:defRPr sz="3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Multi-AZ 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8F0DB-9FF8-45A6-A64F-C0CC2ACB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CBD5E1"/>
                </a:solidFill>
              </a:defRPr>
            </a:defPPr>
            <a:lvl1pPr algn="l">
              <a:defRPr sz="2025" b="0">
                <a:solidFill>
                  <a:srgbClr val="CBD5E1"/>
                </a:solidFill>
              </a:defRPr>
            </a:lvl1pPr>
            <a:lvl2pPr algn="l">
              <a:defRPr sz="2025" b="0">
                <a:solidFill>
                  <a:srgbClr val="CBD5E1"/>
                </a:solidFill>
              </a:defRPr>
            </a:lvl2pPr>
            <a:lvl3pPr algn="l">
              <a:defRPr sz="2025" b="0">
                <a:solidFill>
                  <a:srgbClr val="CBD5E1"/>
                </a:solidFill>
              </a:defRPr>
            </a:lvl3pPr>
            <a:lvl4pPr algn="l">
              <a:defRPr sz="2025" b="0">
                <a:solidFill>
                  <a:srgbClr val="CBD5E1"/>
                </a:solidFill>
              </a:defRPr>
            </a:lvl4pPr>
            <a:lvl5pPr algn="l">
              <a:defRPr sz="2025" b="0">
                <a:solidFill>
                  <a:srgbClr val="CBD5E1"/>
                </a:solidFill>
              </a:defRPr>
            </a:lvl5pPr>
            <a:lvl6pPr algn="l">
              <a:defRPr sz="2025" b="0">
                <a:solidFill>
                  <a:srgbClr val="CBD5E1"/>
                </a:solidFill>
              </a:defRPr>
            </a:lvl6pPr>
            <a:lvl7pPr algn="l">
              <a:defRPr sz="2025" b="0">
                <a:solidFill>
                  <a:srgbClr val="CBD5E1"/>
                </a:solidFill>
              </a:defRPr>
            </a:lvl7pPr>
            <a:lvl8pPr algn="l">
              <a:defRPr sz="2025" b="0">
                <a:solidFill>
                  <a:srgbClr val="CBD5E1"/>
                </a:solidFill>
              </a:defRPr>
            </a:lvl8pPr>
            <a:lvl9pPr algn="l">
              <a:defRPr sz="2025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BD5E1"/>
                </a:solidFill>
              </a:defRPr>
            </a:pPr>
            <a:r>
              <a:rPr sz="2025" b="0">
                <a:solidFill>
                  <a:srgbClr val="CBD5E1"/>
                </a:solidFill>
              </a:rPr>
              <a:t>ALB, Auto Scaling Groups, and recovery-time SLOs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237FB-D47F-4D48-9BEB-849C9808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Jay 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D7E5F-703D-4D1D-8353-C304C5C2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93C5FD"/>
                </a:solidFill>
              </a:defRPr>
            </a:defPPr>
            <a:lvl1pPr algn="l">
              <a:defRPr sz="1200" b="0">
                <a:solidFill>
                  <a:srgbClr val="93C5FD"/>
                </a:solidFill>
              </a:defRPr>
            </a:lvl1pPr>
            <a:lvl2pPr algn="l">
              <a:defRPr sz="1200" b="0">
                <a:solidFill>
                  <a:srgbClr val="93C5FD"/>
                </a:solidFill>
              </a:defRPr>
            </a:lvl2pPr>
            <a:lvl3pPr algn="l">
              <a:defRPr sz="1200" b="0">
                <a:solidFill>
                  <a:srgbClr val="93C5FD"/>
                </a:solidFill>
              </a:defRPr>
            </a:lvl3pPr>
            <a:lvl4pPr algn="l">
              <a:defRPr sz="1200" b="0">
                <a:solidFill>
                  <a:srgbClr val="93C5FD"/>
                </a:solidFill>
              </a:defRPr>
            </a:lvl4pPr>
            <a:lvl5pPr algn="l">
              <a:defRPr sz="1200" b="0">
                <a:solidFill>
                  <a:srgbClr val="93C5FD"/>
                </a:solidFill>
              </a:defRPr>
            </a:lvl5pPr>
            <a:lvl6pPr algn="l">
              <a:defRPr sz="1200" b="0">
                <a:solidFill>
                  <a:srgbClr val="93C5FD"/>
                </a:solidFill>
              </a:defRPr>
            </a:lvl6pPr>
            <a:lvl7pPr algn="l">
              <a:defRPr sz="1200" b="0">
                <a:solidFill>
                  <a:srgbClr val="93C5FD"/>
                </a:solidFill>
              </a:defRPr>
            </a:lvl7pPr>
            <a:lvl8pPr algn="l">
              <a:defRPr sz="1200" b="0">
                <a:solidFill>
                  <a:srgbClr val="93C5FD"/>
                </a:solidFill>
              </a:defRPr>
            </a:lvl8pPr>
            <a:lvl9pPr algn="l">
              <a:defRPr sz="1200" b="0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3C5FD"/>
                </a:solidFill>
              </a:defRPr>
            </a:pPr>
            <a:r>
              <a:rPr sz="1200" b="0">
                <a:solidFill>
                  <a:srgbClr val="93C5FD"/>
                </a:solidFill>
              </a:rPr>
              <a:t>jhan38@hawk.illinoistech.edu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1AA38-84EB-4277-A651-3F299FFA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14400"/>
            <a:ext cx="238125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98DA6-B550-45E1-B830-7D5B788B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430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850" b="1">
                <a:solidFill>
                  <a:srgbClr val="06B6D4"/>
                </a:solidFill>
              </a:defRPr>
            </a:defPPr>
            <a:lvl1pPr algn="ctr">
              <a:defRPr sz="2850" b="1">
                <a:solidFill>
                  <a:srgbClr val="06B6D4"/>
                </a:solidFill>
              </a:defRPr>
            </a:lvl1pPr>
            <a:lvl2pPr algn="ctr">
              <a:defRPr sz="2850" b="1">
                <a:solidFill>
                  <a:srgbClr val="06B6D4"/>
                </a:solidFill>
              </a:defRPr>
            </a:lvl2pPr>
            <a:lvl3pPr algn="ctr">
              <a:defRPr sz="2850" b="1">
                <a:solidFill>
                  <a:srgbClr val="06B6D4"/>
                </a:solidFill>
              </a:defRPr>
            </a:lvl3pPr>
            <a:lvl4pPr algn="ctr">
              <a:defRPr sz="2850" b="1">
                <a:solidFill>
                  <a:srgbClr val="06B6D4"/>
                </a:solidFill>
              </a:defRPr>
            </a:lvl4pPr>
            <a:lvl5pPr algn="ctr">
              <a:defRPr sz="2850" b="1">
                <a:solidFill>
                  <a:srgbClr val="06B6D4"/>
                </a:solidFill>
              </a:defRPr>
            </a:lvl5pPr>
            <a:lvl6pPr algn="ctr">
              <a:defRPr sz="2850" b="1">
                <a:solidFill>
                  <a:srgbClr val="06B6D4"/>
                </a:solidFill>
              </a:defRPr>
            </a:lvl6pPr>
            <a:lvl7pPr algn="ctr">
              <a:defRPr sz="2850" b="1">
                <a:solidFill>
                  <a:srgbClr val="06B6D4"/>
                </a:solidFill>
              </a:defRPr>
            </a:lvl7pPr>
            <a:lvl8pPr algn="ctr">
              <a:defRPr sz="2850" b="1">
                <a:solidFill>
                  <a:srgbClr val="06B6D4"/>
                </a:solidFill>
              </a:defRPr>
            </a:lvl8pPr>
            <a:lvl9pPr algn="ctr">
              <a:defRPr sz="28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6B6D4"/>
                </a:solidFill>
              </a:defRPr>
            </a:pPr>
            <a:r>
              <a:rPr sz="2850" b="1">
                <a:solidFill>
                  <a:srgbClr val="06B6D4"/>
                </a:solidFill>
              </a:rPr>
              <a:t>2 AZs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5BCF7-3651-46D1-BF39-677655A3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</a:defRPr>
            </a:defPPr>
            <a:lvl1pPr algn="ctr">
              <a:defRPr sz="1350" b="0">
                <a:solidFill>
                  <a:srgbClr val="FFFFFF"/>
                </a:solidFill>
              </a:defRPr>
            </a:lvl1pPr>
            <a:lvl2pPr algn="ctr">
              <a:defRPr sz="1350" b="0">
                <a:solidFill>
                  <a:srgbClr val="FFFFFF"/>
                </a:solidFill>
              </a:defRPr>
            </a:lvl2pPr>
            <a:lvl3pPr algn="ctr">
              <a:defRPr sz="1350" b="0">
                <a:solidFill>
                  <a:srgbClr val="FFFFFF"/>
                </a:solidFill>
              </a:defRPr>
            </a:lvl3pPr>
            <a:lvl4pPr algn="ctr">
              <a:defRPr sz="1350" b="0">
                <a:solidFill>
                  <a:srgbClr val="FFFFFF"/>
                </a:solidFill>
              </a:defRPr>
            </a:lvl4pPr>
            <a:lvl5pPr algn="ctr">
              <a:defRPr sz="1350" b="0">
                <a:solidFill>
                  <a:srgbClr val="FFFFFF"/>
                </a:solidFill>
              </a:defRPr>
            </a:lvl5pPr>
            <a:lvl6pPr algn="ctr">
              <a:defRPr sz="1350" b="0">
                <a:solidFill>
                  <a:srgbClr val="FFFFFF"/>
                </a:solidFill>
              </a:defRPr>
            </a:lvl6pPr>
            <a:lvl7pPr algn="ctr">
              <a:defRPr sz="1350" b="0">
                <a:solidFill>
                  <a:srgbClr val="FFFFFF"/>
                </a:solidFill>
              </a:defRPr>
            </a:lvl7pPr>
            <a:lvl8pPr algn="ctr">
              <a:defRPr sz="1350" b="0">
                <a:solidFill>
                  <a:srgbClr val="FFFFFF"/>
                </a:solidFill>
              </a:defRPr>
            </a:lvl8pPr>
            <a:lvl9pPr algn="ctr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 stable ALB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36045-AA00-4E58-B84C-A059CBF1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52768-1DB0-4DED-BB31-A1B7D2A4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>
                <a:solidFill>
                  <a:srgbClr val="86EFAC"/>
                </a:solidFill>
              </a:defRPr>
            </a:defPPr>
            <a:lvl1pPr algn="ctr">
              <a:defRPr sz="2550" b="1">
                <a:solidFill>
                  <a:srgbClr val="86EFAC"/>
                </a:solidFill>
              </a:defRPr>
            </a:lvl1pPr>
            <a:lvl2pPr algn="ctr">
              <a:defRPr sz="2550" b="1">
                <a:solidFill>
                  <a:srgbClr val="86EFAC"/>
                </a:solidFill>
              </a:defRPr>
            </a:lvl2pPr>
            <a:lvl3pPr algn="ctr">
              <a:defRPr sz="2550" b="1">
                <a:solidFill>
                  <a:srgbClr val="86EFAC"/>
                </a:solidFill>
              </a:defRPr>
            </a:lvl3pPr>
            <a:lvl4pPr algn="ctr">
              <a:defRPr sz="2550" b="1">
                <a:solidFill>
                  <a:srgbClr val="86EFAC"/>
                </a:solidFill>
              </a:defRPr>
            </a:lvl4pPr>
            <a:lvl5pPr algn="ctr">
              <a:defRPr sz="2550" b="1">
                <a:solidFill>
                  <a:srgbClr val="86EFAC"/>
                </a:solidFill>
              </a:defRPr>
            </a:lvl5pPr>
            <a:lvl6pPr algn="ctr">
              <a:defRPr sz="2550" b="1">
                <a:solidFill>
                  <a:srgbClr val="86EFAC"/>
                </a:solidFill>
              </a:defRPr>
            </a:lvl6pPr>
            <a:lvl7pPr algn="ctr">
              <a:defRPr sz="2550" b="1">
                <a:solidFill>
                  <a:srgbClr val="86EFAC"/>
                </a:solidFill>
              </a:defRPr>
            </a:lvl7pPr>
            <a:lvl8pPr algn="ctr">
              <a:defRPr sz="2550" b="1">
                <a:solidFill>
                  <a:srgbClr val="86EFAC"/>
                </a:solidFill>
              </a:defRPr>
            </a:lvl8pPr>
            <a:lvl9pPr algn="ctr">
              <a:defRPr sz="2550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86EFAC"/>
                </a:solidFill>
              </a:defRPr>
            </a:pPr>
            <a:r>
              <a:rPr sz="2550" b="1">
                <a:solidFill>
                  <a:srgbClr val="86EFAC"/>
                </a:solidFill>
              </a:rPr>
              <a:t>77.49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88AC6-6A63-4125-B252-1C88257A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CBD5E1"/>
                </a:solidFill>
              </a:defRPr>
            </a:defPPr>
            <a:lvl1pPr algn="ctr">
              <a:defRPr sz="1200" b="0">
                <a:solidFill>
                  <a:srgbClr val="CBD5E1"/>
                </a:solidFill>
              </a:defRPr>
            </a:lvl1pPr>
            <a:lvl2pPr algn="ctr">
              <a:defRPr sz="1200" b="0">
                <a:solidFill>
                  <a:srgbClr val="CBD5E1"/>
                </a:solidFill>
              </a:defRPr>
            </a:lvl2pPr>
            <a:lvl3pPr algn="ctr">
              <a:defRPr sz="1200" b="0">
                <a:solidFill>
                  <a:srgbClr val="CBD5E1"/>
                </a:solidFill>
              </a:defRPr>
            </a:lvl3pPr>
            <a:lvl4pPr algn="ctr">
              <a:defRPr sz="1200" b="0">
                <a:solidFill>
                  <a:srgbClr val="CBD5E1"/>
                </a:solidFill>
              </a:defRPr>
            </a:lvl4pPr>
            <a:lvl5pPr algn="ctr">
              <a:defRPr sz="1200" b="0">
                <a:solidFill>
                  <a:srgbClr val="CBD5E1"/>
                </a:solidFill>
              </a:defRPr>
            </a:lvl5pPr>
            <a:lvl6pPr algn="ctr">
              <a:defRPr sz="1200" b="0">
                <a:solidFill>
                  <a:srgbClr val="CBD5E1"/>
                </a:solidFill>
              </a:defRPr>
            </a:lvl6pPr>
            <a:lvl7pPr algn="ctr">
              <a:defRPr sz="1200" b="0">
                <a:solidFill>
                  <a:srgbClr val="CBD5E1"/>
                </a:solidFill>
              </a:defRPr>
            </a:lvl7pPr>
            <a:lvl8pPr algn="ctr">
              <a:defRPr sz="1200" b="0">
                <a:solidFill>
                  <a:srgbClr val="CBD5E1"/>
                </a:solidFill>
              </a:defRPr>
            </a:lvl8pPr>
            <a:lvl9pPr algn="ctr">
              <a:defRPr sz="120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measured outage</a:t>
            </a:r>
          </a:p>
        </p:txBody>
      </p:sp>
    </p:spTree>
    <p:extLst>
      <p:ext uri="{BB962C8B-B14F-4D97-AF65-F5344CB8AC3E}">
        <p14:creationId xmlns:p14="http://schemas.microsoft.com/office/powerpoint/2010/main" val="437783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86806-C97C-4719-B2F4-CD456815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8FD80-82D6-4A98-86B4-FD26BBE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Multi-AZ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4C1A6-10F4-425D-9DF2-22C993E2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61BD3-717E-4029-B666-8DCF901E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64748B"/>
                </a:solidFill>
              </a:defRPr>
            </a:defPPr>
            <a:lvl1pPr algn="ctr">
              <a:defRPr sz="1425" b="1">
                <a:solidFill>
                  <a:srgbClr val="64748B"/>
                </a:solidFill>
              </a:defRPr>
            </a:lvl1pPr>
            <a:lvl2pPr algn="ctr">
              <a:defRPr sz="1425" b="1">
                <a:solidFill>
                  <a:srgbClr val="64748B"/>
                </a:solidFill>
              </a:defRPr>
            </a:lvl2pPr>
            <a:lvl3pPr algn="ctr">
              <a:defRPr sz="1425" b="1">
                <a:solidFill>
                  <a:srgbClr val="64748B"/>
                </a:solidFill>
              </a:defRPr>
            </a:lvl3pPr>
            <a:lvl4pPr algn="ctr">
              <a:defRPr sz="1425" b="1">
                <a:solidFill>
                  <a:srgbClr val="64748B"/>
                </a:solidFill>
              </a:defRPr>
            </a:lvl4pPr>
            <a:lvl5pPr algn="ctr">
              <a:defRPr sz="1425" b="1">
                <a:solidFill>
                  <a:srgbClr val="64748B"/>
                </a:solidFill>
              </a:defRPr>
            </a:lvl5pPr>
            <a:lvl6pPr algn="ctr">
              <a:defRPr sz="1425" b="1">
                <a:solidFill>
                  <a:srgbClr val="64748B"/>
                </a:solidFill>
              </a:defRPr>
            </a:lvl6pPr>
            <a:lvl7pPr algn="ctr">
              <a:defRPr sz="1425" b="1">
                <a:solidFill>
                  <a:srgbClr val="64748B"/>
                </a:solidFill>
              </a:defRPr>
            </a:lvl7pPr>
            <a:lvl8pPr algn="ctr">
              <a:defRPr sz="1425" b="1">
                <a:solidFill>
                  <a:srgbClr val="64748B"/>
                </a:solidFill>
              </a:defRPr>
            </a:lvl8pPr>
            <a:lvl9pPr algn="ctr">
              <a:defRPr sz="14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4748B"/>
                </a:solidFill>
              </a:defRPr>
            </a:pPr>
            <a:r>
              <a:rPr sz="1425" b="1">
                <a:solidFill>
                  <a:srgbClr val="64748B"/>
                </a:solidFill>
              </a:rPr>
              <a:t>Internet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F7829-BD1A-44D2-9E42-43B2415D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4CF3B-461F-495E-A873-5216C5BF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6652A-3B00-498A-B033-786BF12C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HTTP 8080 / 8081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9880F-036E-41E3-90DD-A111EA9C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712CB-9A00-40D9-9DF2-064ED621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D4ED8"/>
                </a:solidFill>
              </a:defRPr>
            </a:defPPr>
            <a:lvl1pPr algn="ctr">
              <a:defRPr sz="1500" b="1">
                <a:solidFill>
                  <a:srgbClr val="1D4ED8"/>
                </a:solidFill>
              </a:defRPr>
            </a:lvl1pPr>
            <a:lvl2pPr algn="ctr">
              <a:defRPr sz="1500" b="1">
                <a:solidFill>
                  <a:srgbClr val="1D4ED8"/>
                </a:solidFill>
              </a:defRPr>
            </a:lvl2pPr>
            <a:lvl3pPr algn="ctr">
              <a:defRPr sz="1500" b="1">
                <a:solidFill>
                  <a:srgbClr val="1D4ED8"/>
                </a:solidFill>
              </a:defRPr>
            </a:lvl3pPr>
            <a:lvl4pPr algn="ctr">
              <a:defRPr sz="1500" b="1">
                <a:solidFill>
                  <a:srgbClr val="1D4ED8"/>
                </a:solidFill>
              </a:defRPr>
            </a:lvl4pPr>
            <a:lvl5pPr algn="ctr">
              <a:defRPr sz="1500" b="1">
                <a:solidFill>
                  <a:srgbClr val="1D4ED8"/>
                </a:solidFill>
              </a:defRPr>
            </a:lvl5pPr>
            <a:lvl6pPr algn="ctr">
              <a:defRPr sz="1500" b="1">
                <a:solidFill>
                  <a:srgbClr val="1D4ED8"/>
                </a:solidFill>
              </a:defRPr>
            </a:lvl6pPr>
            <a:lvl7pPr algn="ctr">
              <a:defRPr sz="1500" b="1">
                <a:solidFill>
                  <a:srgbClr val="1D4ED8"/>
                </a:solidFill>
              </a:defRPr>
            </a:lvl7pPr>
            <a:lvl8pPr algn="ctr">
              <a:defRPr sz="1500" b="1">
                <a:solidFill>
                  <a:srgbClr val="1D4ED8"/>
                </a:solidFill>
              </a:defRPr>
            </a:lvl8pPr>
            <a:lvl9pPr algn="ctr">
              <a:defRPr sz="15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Application Load</a:t>
            </a:r>
          </a:p>
          <a:p xmlns:a="http://schemas.openxmlformats.org/drawingml/2006/main">
            <a:pPr algn="ctr"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Balancer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84452-613B-4996-B5A2-0149E6F1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64748B"/>
                </a:solidFill>
              </a:defRPr>
            </a:defPPr>
            <a:lvl1pPr algn="ctr">
              <a:defRPr sz="975" b="0">
                <a:solidFill>
                  <a:srgbClr val="64748B"/>
                </a:solidFill>
              </a:defRPr>
            </a:lvl1pPr>
            <a:lvl2pPr algn="ctr">
              <a:defRPr sz="975" b="0">
                <a:solidFill>
                  <a:srgbClr val="64748B"/>
                </a:solidFill>
              </a:defRPr>
            </a:lvl2pPr>
            <a:lvl3pPr algn="ctr">
              <a:defRPr sz="975" b="0">
                <a:solidFill>
                  <a:srgbClr val="64748B"/>
                </a:solidFill>
              </a:defRPr>
            </a:lvl3pPr>
            <a:lvl4pPr algn="ctr">
              <a:defRPr sz="975" b="0">
                <a:solidFill>
                  <a:srgbClr val="64748B"/>
                </a:solidFill>
              </a:defRPr>
            </a:lvl4pPr>
            <a:lvl5pPr algn="ctr">
              <a:defRPr sz="975" b="0">
                <a:solidFill>
                  <a:srgbClr val="64748B"/>
                </a:solidFill>
              </a:defRPr>
            </a:lvl5pPr>
            <a:lvl6pPr algn="ctr">
              <a:defRPr sz="975" b="0">
                <a:solidFill>
                  <a:srgbClr val="64748B"/>
                </a:solidFill>
              </a:defRPr>
            </a:lvl6pPr>
            <a:lvl7pPr algn="ctr">
              <a:defRPr sz="975" b="0">
                <a:solidFill>
                  <a:srgbClr val="64748B"/>
                </a:solidFill>
              </a:defRPr>
            </a:lvl7pPr>
            <a:lvl8pPr algn="ctr">
              <a:defRPr sz="975" b="0">
                <a:solidFill>
                  <a:srgbClr val="64748B"/>
                </a:solidFill>
              </a:defRPr>
            </a:lvl8pPr>
            <a:lvl9pPr algn="ctr">
              <a:defRPr sz="9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Stable DNS across two subnets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17FDD-CD73-40D7-838B-C3BB6407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forwards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9874F-A877-4723-AE0D-70980216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33636-E658-4319-8EC1-CDA72C59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563EB"/>
                </a:solidFill>
              </a:defRPr>
            </a:defPPr>
            <a:lvl1pPr algn="ctr">
              <a:defRPr sz="1500" b="1">
                <a:solidFill>
                  <a:srgbClr val="2563EB"/>
                </a:solidFill>
              </a:defRPr>
            </a:lvl1pPr>
            <a:lvl2pPr algn="ctr">
              <a:defRPr sz="1500" b="1">
                <a:solidFill>
                  <a:srgbClr val="2563EB"/>
                </a:solidFill>
              </a:defRPr>
            </a:lvl2pPr>
            <a:lvl3pPr algn="ctr">
              <a:defRPr sz="1500" b="1">
                <a:solidFill>
                  <a:srgbClr val="2563EB"/>
                </a:solidFill>
              </a:defRPr>
            </a:lvl3pPr>
            <a:lvl4pPr algn="ctr">
              <a:defRPr sz="1500" b="1">
                <a:solidFill>
                  <a:srgbClr val="2563EB"/>
                </a:solidFill>
              </a:defRPr>
            </a:lvl4pPr>
            <a:lvl5pPr algn="ctr">
              <a:defRPr sz="1500" b="1">
                <a:solidFill>
                  <a:srgbClr val="2563EB"/>
                </a:solidFill>
              </a:defRPr>
            </a:lvl5pPr>
            <a:lvl6pPr algn="ctr">
              <a:defRPr sz="1500" b="1">
                <a:solidFill>
                  <a:srgbClr val="2563EB"/>
                </a:solidFill>
              </a:defRPr>
            </a:lvl6pPr>
            <a:lvl7pPr algn="ctr">
              <a:defRPr sz="1500" b="1">
                <a:solidFill>
                  <a:srgbClr val="2563EB"/>
                </a:solidFill>
              </a:defRPr>
            </a:lvl7pPr>
            <a:lvl8pPr algn="ctr">
              <a:defRPr sz="1500" b="1">
                <a:solidFill>
                  <a:srgbClr val="2563EB"/>
                </a:solidFill>
              </a:defRPr>
            </a:lvl8pPr>
            <a:lvl9pPr algn="ctr">
              <a:defRPr sz="15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Uploader target 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E8110-A802-42EA-9485-72C3193E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E2417-6468-47B5-9CBC-594F2D92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E3A43-39AD-4722-A6FC-C59348EC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06B6D4"/>
                </a:solidFill>
              </a:defRPr>
            </a:defPPr>
            <a:lvl1pPr algn="ctr">
              <a:defRPr sz="1500" b="1">
                <a:solidFill>
                  <a:srgbClr val="06B6D4"/>
                </a:solidFill>
              </a:defRPr>
            </a:lvl1pPr>
            <a:lvl2pPr algn="ctr">
              <a:defRPr sz="1500" b="1">
                <a:solidFill>
                  <a:srgbClr val="06B6D4"/>
                </a:solidFill>
              </a:defRPr>
            </a:lvl2pPr>
            <a:lvl3pPr algn="ctr">
              <a:defRPr sz="1500" b="1">
                <a:solidFill>
                  <a:srgbClr val="06B6D4"/>
                </a:solidFill>
              </a:defRPr>
            </a:lvl3pPr>
            <a:lvl4pPr algn="ctr">
              <a:defRPr sz="1500" b="1">
                <a:solidFill>
                  <a:srgbClr val="06B6D4"/>
                </a:solidFill>
              </a:defRPr>
            </a:lvl4pPr>
            <a:lvl5pPr algn="ctr">
              <a:defRPr sz="1500" b="1">
                <a:solidFill>
                  <a:srgbClr val="06B6D4"/>
                </a:solidFill>
              </a:defRPr>
            </a:lvl5pPr>
            <a:lvl6pPr algn="ctr">
              <a:defRPr sz="1500" b="1">
                <a:solidFill>
                  <a:srgbClr val="06B6D4"/>
                </a:solidFill>
              </a:defRPr>
            </a:lvl6pPr>
            <a:lvl7pPr algn="ctr">
              <a:defRPr sz="1500" b="1">
                <a:solidFill>
                  <a:srgbClr val="06B6D4"/>
                </a:solidFill>
              </a:defRPr>
            </a:lvl7pPr>
            <a:lvl8pPr algn="ctr">
              <a:defRPr sz="1500" b="1">
                <a:solidFill>
                  <a:srgbClr val="06B6D4"/>
                </a:solidFill>
              </a:defRPr>
            </a:lvl8pPr>
            <a:lvl9pPr algn="ctr">
              <a:defRPr sz="150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6B6D4"/>
                </a:solidFill>
              </a:defRPr>
            </a:pPr>
            <a:r>
              <a:rPr sz="1500" b="1">
                <a:solidFill>
                  <a:srgbClr val="06B6D4"/>
                </a:solidFill>
              </a:rPr>
              <a:t>Viewer target 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9E152-91AC-467A-901A-F4EFAE3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ASG desired = 1 · port 3000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24BC8-61C3-4ECA-AE68-622BB0D9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982F4-E1C5-4F97-8971-AA039C14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15803D"/>
                </a:solidFill>
              </a:defRPr>
            </a:defPPr>
            <a:lvl1pPr algn="ctr">
              <a:defRPr sz="1725" b="1">
                <a:solidFill>
                  <a:srgbClr val="15803D"/>
                </a:solidFill>
              </a:defRPr>
            </a:lvl1pPr>
            <a:lvl2pPr algn="ctr">
              <a:defRPr sz="1725" b="1">
                <a:solidFill>
                  <a:srgbClr val="15803D"/>
                </a:solidFill>
              </a:defRPr>
            </a:lvl2pPr>
            <a:lvl3pPr algn="ctr">
              <a:defRPr sz="1725" b="1">
                <a:solidFill>
                  <a:srgbClr val="15803D"/>
                </a:solidFill>
              </a:defRPr>
            </a:lvl3pPr>
            <a:lvl4pPr algn="ctr">
              <a:defRPr sz="1725" b="1">
                <a:solidFill>
                  <a:srgbClr val="15803D"/>
                </a:solidFill>
              </a:defRPr>
            </a:lvl4pPr>
            <a:lvl5pPr algn="ctr">
              <a:defRPr sz="1725" b="1">
                <a:solidFill>
                  <a:srgbClr val="15803D"/>
                </a:solidFill>
              </a:defRPr>
            </a:lvl5pPr>
            <a:lvl6pPr algn="ctr">
              <a:defRPr sz="1725" b="1">
                <a:solidFill>
                  <a:srgbClr val="15803D"/>
                </a:solidFill>
              </a:defRPr>
            </a:lvl6pPr>
            <a:lvl7pPr algn="ctr">
              <a:defRPr sz="1725" b="1">
                <a:solidFill>
                  <a:srgbClr val="15803D"/>
                </a:solidFill>
              </a:defRPr>
            </a:lvl7pPr>
            <a:lvl8pPr algn="ctr">
              <a:defRPr sz="1725" b="1">
                <a:solidFill>
                  <a:srgbClr val="15803D"/>
                </a:solidFill>
              </a:defRPr>
            </a:lvl8pPr>
            <a:lvl9pPr algn="ctr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Amazon S3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FC7B8-36ED-4DAB-91A7-52099218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64748B"/>
                </a:solidFill>
              </a:defRPr>
            </a:defPPr>
            <a:lvl1pPr algn="ctr">
              <a:defRPr sz="1125" b="0">
                <a:solidFill>
                  <a:srgbClr val="64748B"/>
                </a:solidFill>
              </a:defRPr>
            </a:lvl1pPr>
            <a:lvl2pPr algn="ctr">
              <a:defRPr sz="1125" b="0">
                <a:solidFill>
                  <a:srgbClr val="64748B"/>
                </a:solidFill>
              </a:defRPr>
            </a:lvl2pPr>
            <a:lvl3pPr algn="ctr">
              <a:defRPr sz="1125" b="0">
                <a:solidFill>
                  <a:srgbClr val="64748B"/>
                </a:solidFill>
              </a:defRPr>
            </a:lvl3pPr>
            <a:lvl4pPr algn="ctr">
              <a:defRPr sz="1125" b="0">
                <a:solidFill>
                  <a:srgbClr val="64748B"/>
                </a:solidFill>
              </a:defRPr>
            </a:lvl4pPr>
            <a:lvl5pPr algn="ctr">
              <a:defRPr sz="1125" b="0">
                <a:solidFill>
                  <a:srgbClr val="64748B"/>
                </a:solidFill>
              </a:defRPr>
            </a:lvl5pPr>
            <a:lvl6pPr algn="ctr">
              <a:defRPr sz="1125" b="0">
                <a:solidFill>
                  <a:srgbClr val="64748B"/>
                </a:solidFill>
              </a:defRPr>
            </a:lvl6pPr>
            <a:lvl7pPr algn="ctr">
              <a:defRPr sz="1125" b="0">
                <a:solidFill>
                  <a:srgbClr val="64748B"/>
                </a:solidFill>
              </a:defRPr>
            </a:lvl7pPr>
            <a:lvl8pPr algn="ctr">
              <a:defRPr sz="1125" b="0">
                <a:solidFill>
                  <a:srgbClr val="64748B"/>
                </a:solidFill>
              </a:defRPr>
            </a:lvl8pPr>
            <a:lvl9pPr algn="ctr">
              <a:defRPr sz="11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Shared upload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0C16C-F16A-44A8-BEE4-2BE628DB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479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EC779-BC9E-49BE-8070-C7540DF8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1E49E-6F6E-4653-A45B-A50565D3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85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7D9BE-9BE2-4AC0-990A-9A3A6171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B38CC-37FA-4F2B-AD0F-472F8E54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E27CE0-EA9E-4F45-91EA-5C372607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F7A29E-B3F1-4E4B-8192-5804147D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111827"/>
                </a:solidFill>
              </a:defRPr>
            </a:defPPr>
            <a:lvl1pPr algn="ctr">
              <a:defRPr sz="1500" b="1">
                <a:solidFill>
                  <a:srgbClr val="111827"/>
                </a:solidFill>
              </a:defRPr>
            </a:lvl1pPr>
            <a:lvl2pPr algn="ctr">
              <a:defRPr sz="1500" b="1">
                <a:solidFill>
                  <a:srgbClr val="111827"/>
                </a:solidFill>
              </a:defRPr>
            </a:lvl2pPr>
            <a:lvl3pPr algn="ctr">
              <a:defRPr sz="1500" b="1">
                <a:solidFill>
                  <a:srgbClr val="111827"/>
                </a:solidFill>
              </a:defRPr>
            </a:lvl3pPr>
            <a:lvl4pPr algn="ctr">
              <a:defRPr sz="1500" b="1">
                <a:solidFill>
                  <a:srgbClr val="111827"/>
                </a:solidFill>
              </a:defRPr>
            </a:lvl4pPr>
            <a:lvl5pPr algn="ctr">
              <a:defRPr sz="1500" b="1">
                <a:solidFill>
                  <a:srgbClr val="111827"/>
                </a:solidFill>
              </a:defRPr>
            </a:lvl5pPr>
            <a:lvl6pPr algn="ctr">
              <a:defRPr sz="1500" b="1">
                <a:solidFill>
                  <a:srgbClr val="111827"/>
                </a:solidFill>
              </a:defRPr>
            </a:lvl6pPr>
            <a:lvl7pPr algn="ctr">
              <a:defRPr sz="1500" b="1">
                <a:solidFill>
                  <a:srgbClr val="111827"/>
                </a:solidFill>
              </a:defRPr>
            </a:lvl7pPr>
            <a:lvl8pPr algn="ctr">
              <a:defRPr sz="1500" b="1">
                <a:solidFill>
                  <a:srgbClr val="111827"/>
                </a:solidFill>
              </a:defRPr>
            </a:lvl8pPr>
            <a:lvl9pPr algn="ctr">
              <a:defRPr sz="15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The ALB owns the public entry point. Each ASG replaces a failed instance from the latest launch template.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83ACEA-77F9-4D17-8360-FBE52D77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A9616-7EF7-47EB-814B-2F522B07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1829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05D2F-9770-4121-8476-7010BB43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PROVISIONING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82332-02DC-43CC-80DD-B2E520A2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Stack creation produced both ALB endpoints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0B130-342F-453E-A2AE-A7D6D97B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238AF-155E-4589-A0E0-E5C9B156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14350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15F08-6704-4517-8B52-3B3CD8C0F5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c41c2f2454f21"/>
          <a:stretch xmlns:a="http://schemas.openxmlformats.org/drawingml/2006/main"/>
        </p:blipFill>
        <p:spPr>
          <a:xfrm xmlns:a="http://schemas.openxmlformats.org/drawingml/2006/main">
            <a:off x="1867979" y="1733550"/>
            <a:ext cx="2741042" cy="4038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C4251-BA15-4FAE-806A-5CD81589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</a:defRPr>
            </a:defPPr>
            <a:lvl1pPr algn="l">
              <a:defRPr sz="1875" b="1">
                <a:solidFill>
                  <a:srgbClr val="111827"/>
                </a:solidFill>
              </a:defRPr>
            </a:lvl1pPr>
            <a:lvl2pPr algn="l">
              <a:defRPr sz="1875" b="1">
                <a:solidFill>
                  <a:srgbClr val="111827"/>
                </a:solidFill>
              </a:defRPr>
            </a:lvl2pPr>
            <a:lvl3pPr algn="l">
              <a:defRPr sz="1875" b="1">
                <a:solidFill>
                  <a:srgbClr val="111827"/>
                </a:solidFill>
              </a:defRPr>
            </a:lvl3pPr>
            <a:lvl4pPr algn="l">
              <a:defRPr sz="1875" b="1">
                <a:solidFill>
                  <a:srgbClr val="111827"/>
                </a:solidFill>
              </a:defRPr>
            </a:lvl4pPr>
            <a:lvl5pPr algn="l">
              <a:defRPr sz="1875" b="1">
                <a:solidFill>
                  <a:srgbClr val="111827"/>
                </a:solidFill>
              </a:defRPr>
            </a:lvl5pPr>
            <a:lvl6pPr algn="l">
              <a:defRPr sz="1875" b="1">
                <a:solidFill>
                  <a:srgbClr val="111827"/>
                </a:solidFill>
              </a:defRPr>
            </a:lvl6pPr>
            <a:lvl7pPr algn="l">
              <a:defRPr sz="1875" b="1">
                <a:solidFill>
                  <a:srgbClr val="111827"/>
                </a:solidFill>
              </a:defRPr>
            </a:lvl7pPr>
            <a:lvl8pPr algn="l">
              <a:defRPr sz="1875" b="1">
                <a:solidFill>
                  <a:srgbClr val="111827"/>
                </a:solidFill>
              </a:defRPr>
            </a:lvl8pPr>
            <a:lvl9pPr algn="l">
              <a:defRPr sz="187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What the script 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1F92A-69EA-423A-AEB6-C86D84E6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4AD1F-2F8C-4B66-8BD1-7AF1357B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955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Default VPC and subnets in us-east-2a / 2b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2814B-1B10-459A-BCF4-67B022F6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FAAB6-52CA-4171-9BAF-82444FF6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432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ALB security group and restricted app ingress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9FD6F-3920-4AE6-9020-FD5AA176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1834A-91D3-4EB2-A854-290CD852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Two target groups with 10-second health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D081C-B8BA-47E3-A4EE-E5E3F596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30B08-5349-4ADB-BEF0-ABE98496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Listeners on ports 8080 and 8081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70CB3-DF34-47E6-8203-0E4CDFF1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D3EF4-C9BF-4AA3-BD58-89346096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863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Uploader and viewer ASGs using $Latest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44BCC-ACED-4C98-B76C-A93E20B8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1AA20-1CE5-4DCE-B980-472B135C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6506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5264C-DCBA-4E37-88D7-63C6C77F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99F98-64B8-498B-81CA-30EDC221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Both application endpoints were reachable through the ALB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45B43-1879-476C-A6A8-2A92B7C9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CC347-2EE3-4C01-915D-ED677C6D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C3C85-7544-436C-8F81-7948BE7EC9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7a87de42f42a9"/>
          <a:stretch xmlns:a="http://schemas.openxmlformats.org/drawingml/2006/main"/>
        </p:blipFill>
        <p:spPr>
          <a:xfrm xmlns:a="http://schemas.openxmlformats.org/drawingml/2006/main">
            <a:off x="1107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9432A-BED5-4CA7-9748-67BF2C2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5143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B4AFC-250A-426A-B75C-1C81EAB8AC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9ac573dbd44b7"/>
          <a:stretch xmlns:a="http://schemas.openxmlformats.org/drawingml/2006/main"/>
        </p:blipFill>
        <p:spPr>
          <a:xfrm xmlns:a="http://schemas.openxmlformats.org/drawingml/2006/main">
            <a:off x="6822873" y="1847850"/>
            <a:ext cx="4261254" cy="3390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2D108-DBD9-4807-BC59-04451180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2563EB"/>
                </a:solidFill>
              </a:defRPr>
            </a:defPPr>
            <a:lvl1pPr algn="ctr">
              <a:defRPr sz="1425" b="1">
                <a:solidFill>
                  <a:srgbClr val="2563EB"/>
                </a:solidFill>
              </a:defRPr>
            </a:lvl1pPr>
            <a:lvl2pPr algn="ctr">
              <a:defRPr sz="1425" b="1">
                <a:solidFill>
                  <a:srgbClr val="2563EB"/>
                </a:solidFill>
              </a:defRPr>
            </a:lvl2pPr>
            <a:lvl3pPr algn="ctr">
              <a:defRPr sz="1425" b="1">
                <a:solidFill>
                  <a:srgbClr val="2563EB"/>
                </a:solidFill>
              </a:defRPr>
            </a:lvl3pPr>
            <a:lvl4pPr algn="ctr">
              <a:defRPr sz="1425" b="1">
                <a:solidFill>
                  <a:srgbClr val="2563EB"/>
                </a:solidFill>
              </a:defRPr>
            </a:lvl4pPr>
            <a:lvl5pPr algn="ctr">
              <a:defRPr sz="1425" b="1">
                <a:solidFill>
                  <a:srgbClr val="2563EB"/>
                </a:solidFill>
              </a:defRPr>
            </a:lvl5pPr>
            <a:lvl6pPr algn="ctr">
              <a:defRPr sz="1425" b="1">
                <a:solidFill>
                  <a:srgbClr val="2563EB"/>
                </a:solidFill>
              </a:defRPr>
            </a:lvl6pPr>
            <a:lvl7pPr algn="ctr">
              <a:defRPr sz="1425" b="1">
                <a:solidFill>
                  <a:srgbClr val="2563EB"/>
                </a:solidFill>
              </a:defRPr>
            </a:lvl7pPr>
            <a:lvl8pPr algn="ctr">
              <a:defRPr sz="1425" b="1">
                <a:solidFill>
                  <a:srgbClr val="2563EB"/>
                </a:solidFill>
              </a:defRPr>
            </a:lvl8pPr>
            <a:lvl9pPr algn="ctr">
              <a:defRPr sz="14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Uploader · :8080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343EF-B390-4967-931C-325540F2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81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06B6D4"/>
                </a:solidFill>
              </a:defRPr>
            </a:defPPr>
            <a:lvl1pPr algn="ctr">
              <a:defRPr sz="1425" b="1">
                <a:solidFill>
                  <a:srgbClr val="06B6D4"/>
                </a:solidFill>
              </a:defRPr>
            </a:lvl1pPr>
            <a:lvl2pPr algn="ctr">
              <a:defRPr sz="1425" b="1">
                <a:solidFill>
                  <a:srgbClr val="06B6D4"/>
                </a:solidFill>
              </a:defRPr>
            </a:lvl2pPr>
            <a:lvl3pPr algn="ctr">
              <a:defRPr sz="1425" b="1">
                <a:solidFill>
                  <a:srgbClr val="06B6D4"/>
                </a:solidFill>
              </a:defRPr>
            </a:lvl3pPr>
            <a:lvl4pPr algn="ctr">
              <a:defRPr sz="1425" b="1">
                <a:solidFill>
                  <a:srgbClr val="06B6D4"/>
                </a:solidFill>
              </a:defRPr>
            </a:lvl4pPr>
            <a:lvl5pPr algn="ctr">
              <a:defRPr sz="1425" b="1">
                <a:solidFill>
                  <a:srgbClr val="06B6D4"/>
                </a:solidFill>
              </a:defRPr>
            </a:lvl5pPr>
            <a:lvl6pPr algn="ctr">
              <a:defRPr sz="1425" b="1">
                <a:solidFill>
                  <a:srgbClr val="06B6D4"/>
                </a:solidFill>
              </a:defRPr>
            </a:lvl6pPr>
            <a:lvl7pPr algn="ctr">
              <a:defRPr sz="1425" b="1">
                <a:solidFill>
                  <a:srgbClr val="06B6D4"/>
                </a:solidFill>
              </a:defRPr>
            </a:lvl7pPr>
            <a:lvl8pPr algn="ctr">
              <a:defRPr sz="1425" b="1">
                <a:solidFill>
                  <a:srgbClr val="06B6D4"/>
                </a:solidFill>
              </a:defRPr>
            </a:lvl8pPr>
            <a:lvl9pPr algn="ctr">
              <a:defRPr sz="1425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6B6D4"/>
                </a:solidFill>
              </a:defRPr>
            </a:pPr>
            <a:r>
              <a:rPr sz="1425" b="1">
                <a:solidFill>
                  <a:srgbClr val="06B6D4"/>
                </a:solidFill>
              </a:rPr>
              <a:t>Viewer · :8081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76E1B-942A-4517-A293-20AF630D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111827"/>
                </a:solidFill>
              </a:defRPr>
            </a:defPPr>
            <a:lvl1pPr algn="ctr">
              <a:defRPr sz="1350" b="0">
                <a:solidFill>
                  <a:srgbClr val="111827"/>
                </a:solidFill>
              </a:defRPr>
            </a:lvl1pPr>
            <a:lvl2pPr algn="ctr">
              <a:defRPr sz="1350" b="0">
                <a:solidFill>
                  <a:srgbClr val="111827"/>
                </a:solidFill>
              </a:defRPr>
            </a:lvl2pPr>
            <a:lvl3pPr algn="ctr">
              <a:defRPr sz="1350" b="0">
                <a:solidFill>
                  <a:srgbClr val="111827"/>
                </a:solidFill>
              </a:defRPr>
            </a:lvl3pPr>
            <a:lvl4pPr algn="ctr">
              <a:defRPr sz="1350" b="0">
                <a:solidFill>
                  <a:srgbClr val="111827"/>
                </a:solidFill>
              </a:defRPr>
            </a:lvl4pPr>
            <a:lvl5pPr algn="ctr">
              <a:defRPr sz="1350" b="0">
                <a:solidFill>
                  <a:srgbClr val="111827"/>
                </a:solidFill>
              </a:defRPr>
            </a:lvl5pPr>
            <a:lvl6pPr algn="ctr">
              <a:defRPr sz="1350" b="0">
                <a:solidFill>
                  <a:srgbClr val="111827"/>
                </a:solidFill>
              </a:defRPr>
            </a:lvl6pPr>
            <a:lvl7pPr algn="ctr">
              <a:defRPr sz="1350" b="0">
                <a:solidFill>
                  <a:srgbClr val="111827"/>
                </a:solidFill>
              </a:defRPr>
            </a:lvl7pPr>
            <a:lvl8pPr algn="ctr">
              <a:defRPr sz="1350" b="0">
                <a:solidFill>
                  <a:srgbClr val="111827"/>
                </a:solidFill>
              </a:defRPr>
            </a:lvl8pPr>
            <a:lvl9pPr algn="ctr">
              <a:defRPr sz="1350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The screenshots confirm that both listener ports returned their application pages through the same ALB DNS name.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359DF-EACE-4A51-A93E-83F7C86C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EAB86-EE46-49F0-B2AF-ECB1C5F6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4652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9B086-E834-49B5-BE89-ACBCF19B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HEALTH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A6C89-4F2A-427F-8EB6-FE0E4489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Target health confirms the routing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16CF8-3B52-4645-8537-C9425C23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93B21-6F0E-45E5-8838-28F28461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858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69485-D30E-4AF5-8545-0A6A3A35E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4568f4fa64da3"/>
          <a:stretch xmlns:a="http://schemas.openxmlformats.org/drawingml/2006/main"/>
        </p:blipFill>
        <p:spPr>
          <a:xfrm xmlns:a="http://schemas.openxmlformats.org/drawingml/2006/main">
            <a:off x="915276" y="1790700"/>
            <a:ext cx="6360947" cy="3886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5F45C-4B9C-4C50-B898-786693C5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Health-check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B2832-6099-48FE-8E0F-674120F4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563EB"/>
                </a:solidFill>
              </a:defRPr>
            </a:defPPr>
            <a:lvl1pPr algn="l">
              <a:defRPr sz="2550" b="1">
                <a:solidFill>
                  <a:srgbClr val="2563EB"/>
                </a:solidFill>
              </a:defRPr>
            </a:lvl1pPr>
            <a:lvl2pPr algn="l">
              <a:defRPr sz="2550" b="1">
                <a:solidFill>
                  <a:srgbClr val="2563EB"/>
                </a:solidFill>
              </a:defRPr>
            </a:lvl2pPr>
            <a:lvl3pPr algn="l">
              <a:defRPr sz="2550" b="1">
                <a:solidFill>
                  <a:srgbClr val="2563EB"/>
                </a:solidFill>
              </a:defRPr>
            </a:lvl3pPr>
            <a:lvl4pPr algn="l">
              <a:defRPr sz="2550" b="1">
                <a:solidFill>
                  <a:srgbClr val="2563EB"/>
                </a:solidFill>
              </a:defRPr>
            </a:lvl4pPr>
            <a:lvl5pPr algn="l">
              <a:defRPr sz="2550" b="1">
                <a:solidFill>
                  <a:srgbClr val="2563EB"/>
                </a:solidFill>
              </a:defRPr>
            </a:lvl5pPr>
            <a:lvl6pPr algn="l">
              <a:defRPr sz="2550" b="1">
                <a:solidFill>
                  <a:srgbClr val="2563EB"/>
                </a:solidFill>
              </a:defRPr>
            </a:lvl6pPr>
            <a:lvl7pPr algn="l">
              <a:defRPr sz="2550" b="1">
                <a:solidFill>
                  <a:srgbClr val="2563EB"/>
                </a:solidFill>
              </a:defRPr>
            </a:lvl7pPr>
            <a:lvl8pPr algn="l">
              <a:defRPr sz="2550" b="1">
                <a:solidFill>
                  <a:srgbClr val="2563EB"/>
                </a:solidFill>
              </a:defRPr>
            </a:lvl8pPr>
            <a:lvl9pPr algn="l">
              <a:defRPr sz="25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51082-9AAD-4470-8B03-A15F22AD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66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probe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98705-325A-4821-8B65-2AE8D50E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06B6D4"/>
                </a:solidFill>
              </a:defRPr>
            </a:defPPr>
            <a:lvl1pPr algn="l">
              <a:defRPr sz="2550" b="1">
                <a:solidFill>
                  <a:srgbClr val="06B6D4"/>
                </a:solidFill>
              </a:defRPr>
            </a:lvl1pPr>
            <a:lvl2pPr algn="l">
              <a:defRPr sz="2550" b="1">
                <a:solidFill>
                  <a:srgbClr val="06B6D4"/>
                </a:solidFill>
              </a:defRPr>
            </a:lvl2pPr>
            <a:lvl3pPr algn="l">
              <a:defRPr sz="2550" b="1">
                <a:solidFill>
                  <a:srgbClr val="06B6D4"/>
                </a:solidFill>
              </a:defRPr>
            </a:lvl3pPr>
            <a:lvl4pPr algn="l">
              <a:defRPr sz="2550" b="1">
                <a:solidFill>
                  <a:srgbClr val="06B6D4"/>
                </a:solidFill>
              </a:defRPr>
            </a:lvl4pPr>
            <a:lvl5pPr algn="l">
              <a:defRPr sz="2550" b="1">
                <a:solidFill>
                  <a:srgbClr val="06B6D4"/>
                </a:solidFill>
              </a:defRPr>
            </a:lvl5pPr>
            <a:lvl6pPr algn="l">
              <a:defRPr sz="2550" b="1">
                <a:solidFill>
                  <a:srgbClr val="06B6D4"/>
                </a:solidFill>
              </a:defRPr>
            </a:lvl6pPr>
            <a:lvl7pPr algn="l">
              <a:defRPr sz="2550" b="1">
                <a:solidFill>
                  <a:srgbClr val="06B6D4"/>
                </a:solidFill>
              </a:defRPr>
            </a:lvl7pPr>
            <a:lvl8pPr algn="l">
              <a:defRPr sz="2550" b="1">
                <a:solidFill>
                  <a:srgbClr val="06B6D4"/>
                </a:solidFill>
              </a:defRPr>
            </a:lvl8pPr>
            <a:lvl9pPr algn="l">
              <a:defRPr sz="2550" b="1">
                <a:solidFill>
                  <a:srgbClr val="06B6D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6B6D4"/>
                </a:solidFill>
              </a:defRPr>
            </a:pPr>
            <a:r>
              <a:rPr sz="2550" b="1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25C80-D7BA-4604-9014-4CC31FD8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9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healthy checks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D8323-F13A-4E88-8861-50BD97D0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6A34A"/>
                </a:solidFill>
              </a:defRPr>
            </a:defPPr>
            <a:lvl1pPr algn="l">
              <a:defRPr sz="2550" b="1">
                <a:solidFill>
                  <a:srgbClr val="16A34A"/>
                </a:solidFill>
              </a:defRPr>
            </a:lvl1pPr>
            <a:lvl2pPr algn="l">
              <a:defRPr sz="2550" b="1">
                <a:solidFill>
                  <a:srgbClr val="16A34A"/>
                </a:solidFill>
              </a:defRPr>
            </a:lvl2pPr>
            <a:lvl3pPr algn="l">
              <a:defRPr sz="2550" b="1">
                <a:solidFill>
                  <a:srgbClr val="16A34A"/>
                </a:solidFill>
              </a:defRPr>
            </a:lvl3pPr>
            <a:lvl4pPr algn="l">
              <a:defRPr sz="2550" b="1">
                <a:solidFill>
                  <a:srgbClr val="16A34A"/>
                </a:solidFill>
              </a:defRPr>
            </a:lvl4pPr>
            <a:lvl5pPr algn="l">
              <a:defRPr sz="2550" b="1">
                <a:solidFill>
                  <a:srgbClr val="16A34A"/>
                </a:solidFill>
              </a:defRPr>
            </a:lvl5pPr>
            <a:lvl6pPr algn="l">
              <a:defRPr sz="2550" b="1">
                <a:solidFill>
                  <a:srgbClr val="16A34A"/>
                </a:solidFill>
              </a:defRPr>
            </a:lvl6pPr>
            <a:lvl7pPr algn="l">
              <a:defRPr sz="2550" b="1">
                <a:solidFill>
                  <a:srgbClr val="16A34A"/>
                </a:solidFill>
              </a:defRPr>
            </a:lvl7pPr>
            <a:lvl8pPr algn="l">
              <a:defRPr sz="2550" b="1">
                <a:solidFill>
                  <a:srgbClr val="16A34A"/>
                </a:solidFill>
              </a:defRPr>
            </a:lvl8pPr>
            <a:lvl9pPr algn="l">
              <a:defRPr sz="2550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ELB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C7C5C-613E-42CC-9D24-FF2F4F41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ASG health-check 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BB7DF-3B51-4D96-9317-F24F9948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973C2-14E4-4F71-8BFE-BC510BFB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</a:defRPr>
            </a:defPPr>
            <a:lvl1pPr algn="l">
              <a:defRPr sz="1350" b="1">
                <a:solidFill>
                  <a:srgbClr val="111827"/>
                </a:solidFill>
              </a:defRPr>
            </a:lvl1pPr>
            <a:lvl2pPr algn="l">
              <a:defRPr sz="1350" b="1">
                <a:solidFill>
                  <a:srgbClr val="111827"/>
                </a:solidFill>
              </a:defRPr>
            </a:lvl2pPr>
            <a:lvl3pPr algn="l">
              <a:defRPr sz="1350" b="1">
                <a:solidFill>
                  <a:srgbClr val="111827"/>
                </a:solidFill>
              </a:defRPr>
            </a:lvl3pPr>
            <a:lvl4pPr algn="l">
              <a:defRPr sz="1350" b="1">
                <a:solidFill>
                  <a:srgbClr val="111827"/>
                </a:solidFill>
              </a:defRPr>
            </a:lvl4pPr>
            <a:lvl5pPr algn="l">
              <a:defRPr sz="1350" b="1">
                <a:solidFill>
                  <a:srgbClr val="111827"/>
                </a:solidFill>
              </a:defRPr>
            </a:lvl5pPr>
            <a:lvl6pPr algn="l">
              <a:defRPr sz="1350" b="1">
                <a:solidFill>
                  <a:srgbClr val="111827"/>
                </a:solidFill>
              </a:defRPr>
            </a:lvl6pPr>
            <a:lvl7pPr algn="l">
              <a:defRPr sz="1350" b="1">
                <a:solidFill>
                  <a:srgbClr val="111827"/>
                </a:solidFill>
              </a:defRPr>
            </a:lvl7pPr>
            <a:lvl8pPr algn="l">
              <a:defRPr sz="1350" b="1">
                <a:solidFill>
                  <a:srgbClr val="111827"/>
                </a:solidFill>
              </a:defRPr>
            </a:lvl8pPr>
            <a:lvl9pPr algn="l">
              <a:defRPr sz="13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Instances accept port 3000 only from the ALB security group.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7C1E9-1E09-4EF8-8D71-694F8E6F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1D9F0-94CA-4E78-8C92-DCB3ADE0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8188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A796B-534B-4574-9289-E7BCB170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CHAOS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1FE7A-2C3D-4367-8DA9-05E9C6F6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The measured outage met 180 seconds but missed 60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585AB-0763-4DD5-9844-108B91A1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E76CD8F-057B-46B0-BE42-62B491E31BDC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57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d98fa186b645a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402E7-D2A5-435F-8CA9-36200AF6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9F782-5D3E-4AF3-944D-A4D4105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6A34A"/>
                </a:solidFill>
              </a:defRPr>
            </a:defPPr>
            <a:lvl1pPr algn="l">
              <a:defRPr sz="1875" b="1">
                <a:solidFill>
                  <a:srgbClr val="16A34A"/>
                </a:solidFill>
              </a:defRPr>
            </a:lvl1pPr>
            <a:lvl2pPr algn="l">
              <a:defRPr sz="1875" b="1">
                <a:solidFill>
                  <a:srgbClr val="16A34A"/>
                </a:solidFill>
              </a:defRPr>
            </a:lvl2pPr>
            <a:lvl3pPr algn="l">
              <a:defRPr sz="1875" b="1">
                <a:solidFill>
                  <a:srgbClr val="16A34A"/>
                </a:solidFill>
              </a:defRPr>
            </a:lvl3pPr>
            <a:lvl4pPr algn="l">
              <a:defRPr sz="1875" b="1">
                <a:solidFill>
                  <a:srgbClr val="16A34A"/>
                </a:solidFill>
              </a:defRPr>
            </a:lvl4pPr>
            <a:lvl5pPr algn="l">
              <a:defRPr sz="1875" b="1">
                <a:solidFill>
                  <a:srgbClr val="16A34A"/>
                </a:solidFill>
              </a:defRPr>
            </a:lvl5pPr>
            <a:lvl6pPr algn="l">
              <a:defRPr sz="1875" b="1">
                <a:solidFill>
                  <a:srgbClr val="16A34A"/>
                </a:solidFill>
              </a:defRPr>
            </a:lvl6pPr>
            <a:lvl7pPr algn="l">
              <a:defRPr sz="1875" b="1">
                <a:solidFill>
                  <a:srgbClr val="16A34A"/>
                </a:solidFill>
              </a:defRPr>
            </a:lvl7pPr>
            <a:lvl8pPr algn="l">
              <a:defRPr sz="1875" b="1">
                <a:solidFill>
                  <a:srgbClr val="16A34A"/>
                </a:solidFill>
              </a:defRPr>
            </a:lvl8pPr>
            <a:lvl9pPr algn="l">
              <a:defRPr sz="1875" b="1">
                <a:solidFill>
                  <a:srgbClr val="16A34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BE9BF-53BE-4081-856E-B48B0B45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77.49 s ≤ 180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190DC-E4F5-41E2-A290-379EAFD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3429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9A160-B37C-46DB-92C8-EB9B0884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DC2626"/>
                </a:solidFill>
              </a:defRPr>
            </a:defPPr>
            <a:lvl1pPr algn="l">
              <a:defRPr sz="1875" b="1">
                <a:solidFill>
                  <a:srgbClr val="DC2626"/>
                </a:solidFill>
              </a:defRPr>
            </a:lvl1pPr>
            <a:lvl2pPr algn="l">
              <a:defRPr sz="1875" b="1">
                <a:solidFill>
                  <a:srgbClr val="DC2626"/>
                </a:solidFill>
              </a:defRPr>
            </a:lvl2pPr>
            <a:lvl3pPr algn="l">
              <a:defRPr sz="1875" b="1">
                <a:solidFill>
                  <a:srgbClr val="DC2626"/>
                </a:solidFill>
              </a:defRPr>
            </a:lvl3pPr>
            <a:lvl4pPr algn="l">
              <a:defRPr sz="1875" b="1">
                <a:solidFill>
                  <a:srgbClr val="DC2626"/>
                </a:solidFill>
              </a:defRPr>
            </a:lvl4pPr>
            <a:lvl5pPr algn="l">
              <a:defRPr sz="1875" b="1">
                <a:solidFill>
                  <a:srgbClr val="DC2626"/>
                </a:solidFill>
              </a:defRPr>
            </a:lvl5pPr>
            <a:lvl6pPr algn="l">
              <a:defRPr sz="1875" b="1">
                <a:solidFill>
                  <a:srgbClr val="DC2626"/>
                </a:solidFill>
              </a:defRPr>
            </a:lvl6pPr>
            <a:lvl7pPr algn="l">
              <a:defRPr sz="1875" b="1">
                <a:solidFill>
                  <a:srgbClr val="DC2626"/>
                </a:solidFill>
              </a:defRPr>
            </a:lvl7pPr>
            <a:lvl8pPr algn="l">
              <a:defRPr sz="1875" b="1">
                <a:solidFill>
                  <a:srgbClr val="DC2626"/>
                </a:solidFill>
              </a:defRPr>
            </a:lvl8pPr>
            <a:lvl9pPr algn="l">
              <a:defRPr sz="18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1F30D-8734-4A53-BFBB-61A27705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  <a:lvl1pPr algn="l">
              <a:defRPr sz="1650" b="1">
                <a:solidFill>
                  <a:srgbClr val="111827"/>
                </a:solidFill>
              </a:defRPr>
            </a:lvl1pPr>
            <a:lvl2pPr algn="l">
              <a:defRPr sz="1650" b="1">
                <a:solidFill>
                  <a:srgbClr val="111827"/>
                </a:solidFill>
              </a:defRPr>
            </a:lvl2pPr>
            <a:lvl3pPr algn="l">
              <a:defRPr sz="1650" b="1">
                <a:solidFill>
                  <a:srgbClr val="111827"/>
                </a:solidFill>
              </a:defRPr>
            </a:lvl3pPr>
            <a:lvl4pPr algn="l">
              <a:defRPr sz="1650" b="1">
                <a:solidFill>
                  <a:srgbClr val="111827"/>
                </a:solidFill>
              </a:defRPr>
            </a:lvl4pPr>
            <a:lvl5pPr algn="l">
              <a:defRPr sz="1650" b="1">
                <a:solidFill>
                  <a:srgbClr val="111827"/>
                </a:solidFill>
              </a:defRPr>
            </a:lvl5pPr>
            <a:lvl6pPr algn="l">
              <a:defRPr sz="1650" b="1">
                <a:solidFill>
                  <a:srgbClr val="111827"/>
                </a:solidFill>
              </a:defRPr>
            </a:lvl6pPr>
            <a:lvl7pPr algn="l">
              <a:defRPr sz="1650" b="1">
                <a:solidFill>
                  <a:srgbClr val="111827"/>
                </a:solidFill>
              </a:defRPr>
            </a:lvl7pPr>
            <a:lvl8pPr algn="l">
              <a:defRPr sz="1650" b="1">
                <a:solidFill>
                  <a:srgbClr val="111827"/>
                </a:solidFill>
              </a:defRPr>
            </a:lvl8pPr>
            <a:lvl9pPr algn="l">
              <a:defRPr sz="165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81.57 s &gt; 60 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22465-EEAA-4901-8893-8942D68F28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0e9e23a114452"/>
          <a:stretch xmlns:a="http://schemas.openxmlformats.org/drawingml/2006/main"/>
        </p:blipFill>
        <p:spPr>
          <a:xfrm xmlns:a="http://schemas.openxmlformats.org/drawingml/2006/main">
            <a:off x="7677150" y="5135284"/>
            <a:ext cx="3486150" cy="245033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43F9B-B726-4729-A6FC-E8D8E89AED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c94fa94b44ea3"/>
          <a:stretch xmlns:a="http://schemas.openxmlformats.org/drawingml/2006/main"/>
        </p:blipFill>
        <p:spPr>
          <a:xfrm xmlns:a="http://schemas.openxmlformats.org/drawingml/2006/main">
            <a:off x="7677150" y="5533226"/>
            <a:ext cx="3486150" cy="32544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0A789-F0FB-4114-BFDD-54953CAD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0DF2B-DD18-4991-90BD-82BD7239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60042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22173-1CEF-47D8-B58F-F1687C15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F50C8-DFFA-464B-AA3D-F82E199E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Instance replacement dominated the recovery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79311-3112-48AF-BC62-2BE0FE65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2459E-716D-449C-B45A-FD183DF1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72A76-B2BB-4234-ADEB-C32C9C2D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  <a:lvl1pPr algn="l">
              <a:defRPr sz="1800" b="1">
                <a:solidFill>
                  <a:srgbClr val="111827"/>
                </a:solidFill>
              </a:defRPr>
            </a:lvl1pPr>
            <a:lvl2pPr algn="l">
              <a:defRPr sz="1800" b="1">
                <a:solidFill>
                  <a:srgbClr val="111827"/>
                </a:solidFill>
              </a:defRPr>
            </a:lvl2pPr>
            <a:lvl3pPr algn="l">
              <a:defRPr sz="1800" b="1">
                <a:solidFill>
                  <a:srgbClr val="111827"/>
                </a:solidFill>
              </a:defRPr>
            </a:lvl3pPr>
            <a:lvl4pPr algn="l">
              <a:defRPr sz="1800" b="1">
                <a:solidFill>
                  <a:srgbClr val="111827"/>
                </a:solidFill>
              </a:defRPr>
            </a:lvl4pPr>
            <a:lvl5pPr algn="l">
              <a:defRPr sz="1800" b="1">
                <a:solidFill>
                  <a:srgbClr val="111827"/>
                </a:solidFill>
              </a:defRPr>
            </a:lvl5pPr>
            <a:lvl6pPr algn="l">
              <a:defRPr sz="1800" b="1">
                <a:solidFill>
                  <a:srgbClr val="111827"/>
                </a:solidFill>
              </a:defRPr>
            </a:lvl6pPr>
            <a:lvl7pPr algn="l">
              <a:defRPr sz="1800" b="1">
                <a:solidFill>
                  <a:srgbClr val="111827"/>
                </a:solidFill>
              </a:defRPr>
            </a:lvl7pPr>
            <a:lvl8pPr algn="l">
              <a:defRPr sz="1800" b="1">
                <a:solidFill>
                  <a:srgbClr val="111827"/>
                </a:solidFill>
              </a:defRPr>
            </a:lvl8pPr>
            <a:lvl9pPr algn="l">
              <a:defRPr sz="1800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Observed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6B3D8-A637-4980-921F-6F66DCF2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2.22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1A412-3516-47BF-909F-DD8EDA1F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717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First failed probe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339BC-5E1F-4693-BF41-CA97FEF4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≈75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2A9B9-DE8A-46CC-A9D3-06F354FC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528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ASG launches EC2 and runs user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342CC-CD33-41A9-927F-665795CB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563EB"/>
                </a:solidFill>
              </a:defRPr>
            </a:defPPr>
            <a:lvl1pPr algn="l">
              <a:defRPr sz="1650" b="1">
                <a:solidFill>
                  <a:srgbClr val="2563EB"/>
                </a:solidFill>
              </a:defRPr>
            </a:lvl1pPr>
            <a:lvl2pPr algn="l">
              <a:defRPr sz="1650" b="1">
                <a:solidFill>
                  <a:srgbClr val="2563EB"/>
                </a:solidFill>
              </a:defRPr>
            </a:lvl2pPr>
            <a:lvl3pPr algn="l">
              <a:defRPr sz="1650" b="1">
                <a:solidFill>
                  <a:srgbClr val="2563EB"/>
                </a:solidFill>
              </a:defRPr>
            </a:lvl3pPr>
            <a:lvl4pPr algn="l">
              <a:defRPr sz="1650" b="1">
                <a:solidFill>
                  <a:srgbClr val="2563EB"/>
                </a:solidFill>
              </a:defRPr>
            </a:lvl4pPr>
            <a:lvl5pPr algn="l">
              <a:defRPr sz="1650" b="1">
                <a:solidFill>
                  <a:srgbClr val="2563EB"/>
                </a:solidFill>
              </a:defRPr>
            </a:lvl5pPr>
            <a:lvl6pPr algn="l">
              <a:defRPr sz="1650" b="1">
                <a:solidFill>
                  <a:srgbClr val="2563EB"/>
                </a:solidFill>
              </a:defRPr>
            </a:lvl6pPr>
            <a:lvl7pPr algn="l">
              <a:defRPr sz="1650" b="1">
                <a:solidFill>
                  <a:srgbClr val="2563EB"/>
                </a:solidFill>
              </a:defRPr>
            </a:lvl7pPr>
            <a:lvl8pPr algn="l">
              <a:defRPr sz="1650" b="1">
                <a:solidFill>
                  <a:srgbClr val="2563EB"/>
                </a:solidFill>
              </a:defRPr>
            </a:lvl8pPr>
            <a:lvl9pPr algn="l">
              <a:defRPr sz="165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77.49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7D784-78FA-44FB-97DD-FE58A5B5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338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Service returns after target becomes healthy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E4B3C-C81F-43A2-940F-B7C116F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</a:defRPr>
            </a:defPPr>
            <a:lvl1pPr algn="l">
              <a:defRPr sz="1275" b="0">
                <a:solidFill>
                  <a:srgbClr val="64748B"/>
                </a:solidFill>
              </a:defRPr>
            </a:lvl1pPr>
            <a:lvl2pPr algn="l">
              <a:defRPr sz="1275" b="0">
                <a:solidFill>
                  <a:srgbClr val="64748B"/>
                </a:solidFill>
              </a:defRPr>
            </a:lvl2pPr>
            <a:lvl3pPr algn="l">
              <a:defRPr sz="1275" b="0">
                <a:solidFill>
                  <a:srgbClr val="64748B"/>
                </a:solidFill>
              </a:defRPr>
            </a:lvl3pPr>
            <a:lvl4pPr algn="l">
              <a:defRPr sz="1275" b="0">
                <a:solidFill>
                  <a:srgbClr val="64748B"/>
                </a:solidFill>
              </a:defRPr>
            </a:lvl4pPr>
            <a:lvl5pPr algn="l">
              <a:defRPr sz="1275" b="0">
                <a:solidFill>
                  <a:srgbClr val="64748B"/>
                </a:solidFill>
              </a:defRPr>
            </a:lvl5pPr>
            <a:lvl6pPr algn="l">
              <a:defRPr sz="1275" b="0">
                <a:solidFill>
                  <a:srgbClr val="64748B"/>
                </a:solidFill>
              </a:defRPr>
            </a:lvl6pPr>
            <a:lvl7pPr algn="l">
              <a:defRPr sz="1275" b="0">
                <a:solidFill>
                  <a:srgbClr val="64748B"/>
                </a:solidFill>
              </a:defRPr>
            </a:lvl7pPr>
            <a:lvl8pPr algn="l">
              <a:defRPr sz="1275" b="0">
                <a:solidFill>
                  <a:srgbClr val="64748B"/>
                </a:solidFill>
              </a:defRPr>
            </a:lvl8pPr>
            <a:lvl9pPr algn="l">
              <a:defRPr sz="127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 2-second polling interval only improves measurement precision. It does not shorten EC2 boot, package installation, application startup, or ALB health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AAE4F-D2D2-4C80-BAED-E889F493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5143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F45EA-AE91-4AB9-A29C-40E26E20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93C5FD"/>
                </a:solidFill>
              </a:defRPr>
            </a:defPPr>
            <a:lvl1pPr algn="l">
              <a:defRPr sz="1125" b="1">
                <a:solidFill>
                  <a:srgbClr val="93C5FD"/>
                </a:solidFill>
              </a:defRPr>
            </a:lvl1pPr>
            <a:lvl2pPr algn="l">
              <a:defRPr sz="1125" b="1">
                <a:solidFill>
                  <a:srgbClr val="93C5FD"/>
                </a:solidFill>
              </a:defRPr>
            </a:lvl2pPr>
            <a:lvl3pPr algn="l">
              <a:defRPr sz="1125" b="1">
                <a:solidFill>
                  <a:srgbClr val="93C5FD"/>
                </a:solidFill>
              </a:defRPr>
            </a:lvl3pPr>
            <a:lvl4pPr algn="l">
              <a:defRPr sz="1125" b="1">
                <a:solidFill>
                  <a:srgbClr val="93C5FD"/>
                </a:solidFill>
              </a:defRPr>
            </a:lvl4pPr>
            <a:lvl5pPr algn="l">
              <a:defRPr sz="1125" b="1">
                <a:solidFill>
                  <a:srgbClr val="93C5FD"/>
                </a:solidFill>
              </a:defRPr>
            </a:lvl5pPr>
            <a:lvl6pPr algn="l">
              <a:defRPr sz="1125" b="1">
                <a:solidFill>
                  <a:srgbClr val="93C5FD"/>
                </a:solidFill>
              </a:defRPr>
            </a:lvl6pPr>
            <a:lvl7pPr algn="l">
              <a:defRPr sz="1125" b="1">
                <a:solidFill>
                  <a:srgbClr val="93C5FD"/>
                </a:solidFill>
              </a:defRPr>
            </a:lvl7pPr>
            <a:lvl8pPr algn="l">
              <a:defRPr sz="1125" b="1">
                <a:solidFill>
                  <a:srgbClr val="93C5FD"/>
                </a:solidFill>
              </a:defRPr>
            </a:lvl8pPr>
            <a:lvl9pPr algn="l"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chaos_test.py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190E0-9696-4AF7-B4FB-B2E27D88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343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terminate_instance_via_asg(instance_id, region)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while True: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is_up = probe_once(url)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writer.writerow([now, elapsed, is_up, ...])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if down_detected and is_up: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recovery_time = now - outage_start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        break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verdict = recovery_time &lt;= slo_seconds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67658-E372-4CF4-9211-95429366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48089-2A0C-4B74-92A6-64F4883B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43990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30C44-4DF6-4F5D-A201-5A23CA31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  <a:lvl1pPr algn="l">
              <a:defRPr sz="975" b="1">
                <a:solidFill>
                  <a:srgbClr val="2563EB"/>
                </a:solidFill>
              </a:defRPr>
            </a:lvl1pPr>
            <a:lvl2pPr algn="l">
              <a:defRPr sz="975" b="1">
                <a:solidFill>
                  <a:srgbClr val="2563EB"/>
                </a:solidFill>
              </a:defRPr>
            </a:lvl2pPr>
            <a:lvl3pPr algn="l">
              <a:defRPr sz="975" b="1">
                <a:solidFill>
                  <a:srgbClr val="2563EB"/>
                </a:solidFill>
              </a:defRPr>
            </a:lvl3pPr>
            <a:lvl4pPr algn="l">
              <a:defRPr sz="975" b="1">
                <a:solidFill>
                  <a:srgbClr val="2563EB"/>
                </a:solidFill>
              </a:defRPr>
            </a:lvl4pPr>
            <a:lvl5pPr algn="l">
              <a:defRPr sz="975" b="1">
                <a:solidFill>
                  <a:srgbClr val="2563EB"/>
                </a:solidFill>
              </a:defRPr>
            </a:lvl5pPr>
            <a:lvl6pPr algn="l">
              <a:defRPr sz="975" b="1">
                <a:solidFill>
                  <a:srgbClr val="2563EB"/>
                </a:solidFill>
              </a:defRPr>
            </a:lvl6pPr>
            <a:lvl7pPr algn="l">
              <a:defRPr sz="975" b="1">
                <a:solidFill>
                  <a:srgbClr val="2563EB"/>
                </a:solidFill>
              </a:defRPr>
            </a:lvl7pPr>
            <a:lvl8pPr algn="l">
              <a:defRPr sz="975" b="1">
                <a:solidFill>
                  <a:srgbClr val="2563EB"/>
                </a:solidFill>
              </a:defRPr>
            </a:lvl8pPr>
            <a:lvl9pPr algn="l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203A0-F022-494F-8479-D6DCAD44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11827"/>
                </a:solidFill>
              </a:defRPr>
            </a:defPPr>
            <a:lvl1pPr algn="l">
              <a:defRPr sz="2325" b="1">
                <a:solidFill>
                  <a:srgbClr val="111827"/>
                </a:solidFill>
              </a:defRPr>
            </a:lvl1pPr>
            <a:lvl2pPr algn="l">
              <a:defRPr sz="2325" b="1">
                <a:solidFill>
                  <a:srgbClr val="111827"/>
                </a:solidFill>
              </a:defRPr>
            </a:lvl2pPr>
            <a:lvl3pPr algn="l">
              <a:defRPr sz="2325" b="1">
                <a:solidFill>
                  <a:srgbClr val="111827"/>
                </a:solidFill>
              </a:defRPr>
            </a:lvl3pPr>
            <a:lvl4pPr algn="l">
              <a:defRPr sz="2325" b="1">
                <a:solidFill>
                  <a:srgbClr val="111827"/>
                </a:solidFill>
              </a:defRPr>
            </a:lvl4pPr>
            <a:lvl5pPr algn="l">
              <a:defRPr sz="2325" b="1">
                <a:solidFill>
                  <a:srgbClr val="111827"/>
                </a:solidFill>
              </a:defRPr>
            </a:lvl5pPr>
            <a:lvl6pPr algn="l">
              <a:defRPr sz="2325" b="1">
                <a:solidFill>
                  <a:srgbClr val="111827"/>
                </a:solidFill>
              </a:defRPr>
            </a:lvl6pPr>
            <a:lvl7pPr algn="l">
              <a:defRPr sz="2325" b="1">
                <a:solidFill>
                  <a:srgbClr val="111827"/>
                </a:solidFill>
              </a:defRPr>
            </a:lvl7pPr>
            <a:lvl8pPr algn="l">
              <a:defRPr sz="2325" b="1">
                <a:solidFill>
                  <a:srgbClr val="111827"/>
                </a:solidFill>
              </a:defRPr>
            </a:lvl8pPr>
            <a:lvl9pPr algn="l">
              <a:defRPr sz="2325" b="1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ASGs replaced direct EC2 launches and enabled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ABEFD-E147-4062-82C1-42AF938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33EB2-1405-4127-9F21-659FA16B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64748B"/>
                </a:solidFill>
              </a:defRPr>
            </a:defPPr>
            <a:lvl1pPr algn="l">
              <a:defRPr sz="1725" b="1">
                <a:solidFill>
                  <a:srgbClr val="64748B"/>
                </a:solidFill>
              </a:defRPr>
            </a:lvl1pPr>
            <a:lvl2pPr algn="l">
              <a:defRPr sz="1725" b="1">
                <a:solidFill>
                  <a:srgbClr val="64748B"/>
                </a:solidFill>
              </a:defRPr>
            </a:lvl2pPr>
            <a:lvl3pPr algn="l">
              <a:defRPr sz="1725" b="1">
                <a:solidFill>
                  <a:srgbClr val="64748B"/>
                </a:solidFill>
              </a:defRPr>
            </a:lvl3pPr>
            <a:lvl4pPr algn="l">
              <a:defRPr sz="1725" b="1">
                <a:solidFill>
                  <a:srgbClr val="64748B"/>
                </a:solidFill>
              </a:defRPr>
            </a:lvl4pPr>
            <a:lvl5pPr algn="l">
              <a:defRPr sz="1725" b="1">
                <a:solidFill>
                  <a:srgbClr val="64748B"/>
                </a:solidFill>
              </a:defRPr>
            </a:lvl5pPr>
            <a:lvl6pPr algn="l">
              <a:defRPr sz="1725" b="1">
                <a:solidFill>
                  <a:srgbClr val="64748B"/>
                </a:solidFill>
              </a:defRPr>
            </a:lvl6pPr>
            <a:lvl7pPr algn="l">
              <a:defRPr sz="1725" b="1">
                <a:solidFill>
                  <a:srgbClr val="64748B"/>
                </a:solidFill>
              </a:defRPr>
            </a:lvl7pPr>
            <a:lvl8pPr algn="l">
              <a:defRPr sz="1725" b="1">
                <a:solidFill>
                  <a:srgbClr val="64748B"/>
                </a:solidFill>
              </a:defRPr>
            </a:lvl8pPr>
            <a:lvl9pPr algn="l">
              <a:defRPr sz="17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4748B"/>
                </a:solidFill>
              </a:defRPr>
            </a:pPr>
            <a:r>
              <a:rPr sz="1725" b="1">
                <a:solidFill>
                  <a:srgbClr val="64748B"/>
                </a:solidFill>
              </a:rPr>
              <a:t>Previous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FA9A3-163A-433F-ADF5-901A3641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04AE3-2BFF-4CF2-AFFC-172E6060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DC2626"/>
                </a:solidFill>
              </a:defRPr>
            </a:defPPr>
            <a:lvl1pPr algn="ctr">
              <a:defRPr sz="1575" b="1">
                <a:solidFill>
                  <a:srgbClr val="DC2626"/>
                </a:solidFill>
              </a:defRPr>
            </a:lvl1pPr>
            <a:lvl2pPr algn="ctr">
              <a:defRPr sz="1575" b="1">
                <a:solidFill>
                  <a:srgbClr val="DC2626"/>
                </a:solidFill>
              </a:defRPr>
            </a:lvl2pPr>
            <a:lvl3pPr algn="ctr">
              <a:defRPr sz="1575" b="1">
                <a:solidFill>
                  <a:srgbClr val="DC2626"/>
                </a:solidFill>
              </a:defRPr>
            </a:lvl3pPr>
            <a:lvl4pPr algn="ctr">
              <a:defRPr sz="1575" b="1">
                <a:solidFill>
                  <a:srgbClr val="DC2626"/>
                </a:solidFill>
              </a:defRPr>
            </a:lvl4pPr>
            <a:lvl5pPr algn="ctr">
              <a:defRPr sz="1575" b="1">
                <a:solidFill>
                  <a:srgbClr val="DC2626"/>
                </a:solidFill>
              </a:defRPr>
            </a:lvl5pPr>
            <a:lvl6pPr algn="ctr">
              <a:defRPr sz="1575" b="1">
                <a:solidFill>
                  <a:srgbClr val="DC2626"/>
                </a:solidFill>
              </a:defRPr>
            </a:lvl6pPr>
            <a:lvl7pPr algn="ctr">
              <a:defRPr sz="1575" b="1">
                <a:solidFill>
                  <a:srgbClr val="DC2626"/>
                </a:solidFill>
              </a:defRPr>
            </a:lvl7pPr>
            <a:lvl8pPr algn="ctr">
              <a:defRPr sz="1575" b="1">
                <a:solidFill>
                  <a:srgbClr val="DC2626"/>
                </a:solidFill>
              </a:defRPr>
            </a:lvl8pPr>
            <a:lvl9pPr algn="ctr">
              <a:defRPr sz="1575" b="1">
                <a:solidFill>
                  <a:srgbClr val="DC2626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C2626"/>
                </a:solidFill>
              </a:defRPr>
            </a:pPr>
            <a:r>
              <a:rPr sz="1575" b="1">
                <a:solidFill>
                  <a:srgbClr val="DC2626"/>
                </a:solidFill>
              </a:rPr>
              <a:t>aws ec2 run-instances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E15F6-30C0-4C60-8922-FDAACEA2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</a:defRPr>
            </a:defPPr>
            <a:lvl1pPr algn="l">
              <a:defRPr sz="1725" b="1">
                <a:solidFill>
                  <a:srgbClr val="2563EB"/>
                </a:solidFill>
              </a:defRPr>
            </a:lvl1pPr>
            <a:lvl2pPr algn="l">
              <a:defRPr sz="1725" b="1">
                <a:solidFill>
                  <a:srgbClr val="2563EB"/>
                </a:solidFill>
              </a:defRPr>
            </a:lvl2pPr>
            <a:lvl3pPr algn="l">
              <a:defRPr sz="1725" b="1">
                <a:solidFill>
                  <a:srgbClr val="2563EB"/>
                </a:solidFill>
              </a:defRPr>
            </a:lvl3pPr>
            <a:lvl4pPr algn="l">
              <a:defRPr sz="1725" b="1">
                <a:solidFill>
                  <a:srgbClr val="2563EB"/>
                </a:solidFill>
              </a:defRPr>
            </a:lvl4pPr>
            <a:lvl5pPr algn="l">
              <a:defRPr sz="1725" b="1">
                <a:solidFill>
                  <a:srgbClr val="2563EB"/>
                </a:solidFill>
              </a:defRPr>
            </a:lvl5pPr>
            <a:lvl6pPr algn="l">
              <a:defRPr sz="1725" b="1">
                <a:solidFill>
                  <a:srgbClr val="2563EB"/>
                </a:solidFill>
              </a:defRPr>
            </a:lvl6pPr>
            <a:lvl7pPr algn="l">
              <a:defRPr sz="1725" b="1">
                <a:solidFill>
                  <a:srgbClr val="2563EB"/>
                </a:solidFill>
              </a:defRPr>
            </a:lvl7pPr>
            <a:lvl8pPr algn="l">
              <a:defRPr sz="1725" b="1">
                <a:solidFill>
                  <a:srgbClr val="2563EB"/>
                </a:solidFill>
              </a:defRPr>
            </a:lvl8pPr>
            <a:lvl9pPr algn="l">
              <a:defRPr sz="17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Current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44A11-FAB2-41C9-B99C-2BDD5FDC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619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0FE4C-29A7-442D-B653-0920FC1A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558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D4ED8"/>
                </a:solidFill>
              </a:defRPr>
            </a:defPPr>
            <a:lvl1pPr algn="ctr">
              <a:defRPr sz="1650" b="1">
                <a:solidFill>
                  <a:srgbClr val="1D4ED8"/>
                </a:solidFill>
              </a:defRPr>
            </a:lvl1pPr>
            <a:lvl2pPr algn="ctr">
              <a:defRPr sz="1650" b="1">
                <a:solidFill>
                  <a:srgbClr val="1D4ED8"/>
                </a:solidFill>
              </a:defRPr>
            </a:lvl2pPr>
            <a:lvl3pPr algn="ctr">
              <a:defRPr sz="1650" b="1">
                <a:solidFill>
                  <a:srgbClr val="1D4ED8"/>
                </a:solidFill>
              </a:defRPr>
            </a:lvl3pPr>
            <a:lvl4pPr algn="ctr">
              <a:defRPr sz="1650" b="1">
                <a:solidFill>
                  <a:srgbClr val="1D4ED8"/>
                </a:solidFill>
              </a:defRPr>
            </a:lvl4pPr>
            <a:lvl5pPr algn="ctr">
              <a:defRPr sz="1650" b="1">
                <a:solidFill>
                  <a:srgbClr val="1D4ED8"/>
                </a:solidFill>
              </a:defRPr>
            </a:lvl5pPr>
            <a:lvl6pPr algn="ctr">
              <a:defRPr sz="1650" b="1">
                <a:solidFill>
                  <a:srgbClr val="1D4ED8"/>
                </a:solidFill>
              </a:defRPr>
            </a:lvl6pPr>
            <a:lvl7pPr algn="ctr">
              <a:defRPr sz="1650" b="1">
                <a:solidFill>
                  <a:srgbClr val="1D4ED8"/>
                </a:solidFill>
              </a:defRPr>
            </a:lvl7pPr>
            <a:lvl8pPr algn="ctr">
              <a:defRPr sz="1650" b="1">
                <a:solidFill>
                  <a:srgbClr val="1D4ED8"/>
                </a:solidFill>
              </a:defRPr>
            </a:lvl8pPr>
            <a:lvl9pPr algn="ctr">
              <a:defRPr sz="16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Launch Templates + Target Groups + Auto Scaling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4CD12-7CAD-4CC9-A079-307EA137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0">
                <a:solidFill>
                  <a:srgbClr val="111827"/>
                </a:solidFill>
              </a:defRPr>
            </a:defPPr>
            <a:lvl1pPr algn="ctr">
              <a:defRPr sz="1575" b="0">
                <a:solidFill>
                  <a:srgbClr val="111827"/>
                </a:solidFill>
              </a:defRPr>
            </a:lvl1pPr>
            <a:lvl2pPr algn="ctr">
              <a:defRPr sz="1575" b="0">
                <a:solidFill>
                  <a:srgbClr val="111827"/>
                </a:solidFill>
              </a:defRPr>
            </a:lvl2pPr>
            <a:lvl3pPr algn="ctr">
              <a:defRPr sz="1575" b="0">
                <a:solidFill>
                  <a:srgbClr val="111827"/>
                </a:solidFill>
              </a:defRPr>
            </a:lvl3pPr>
            <a:lvl4pPr algn="ctr">
              <a:defRPr sz="1575" b="0">
                <a:solidFill>
                  <a:srgbClr val="111827"/>
                </a:solidFill>
              </a:defRPr>
            </a:lvl4pPr>
            <a:lvl5pPr algn="ctr">
              <a:defRPr sz="1575" b="0">
                <a:solidFill>
                  <a:srgbClr val="111827"/>
                </a:solidFill>
              </a:defRPr>
            </a:lvl5pPr>
            <a:lvl6pPr algn="ctr">
              <a:defRPr sz="1575" b="0">
                <a:solidFill>
                  <a:srgbClr val="111827"/>
                </a:solidFill>
              </a:defRPr>
            </a:lvl6pPr>
            <a:lvl7pPr algn="ctr">
              <a:defRPr sz="1575" b="0">
                <a:solidFill>
                  <a:srgbClr val="111827"/>
                </a:solidFill>
              </a:defRPr>
            </a:lvl7pPr>
            <a:lvl8pPr algn="ctr">
              <a:defRPr sz="1575" b="0">
                <a:solidFill>
                  <a:srgbClr val="111827"/>
                </a:solidFill>
              </a:defRPr>
            </a:lvl8pPr>
            <a:lvl9pPr algn="ctr">
              <a:defRPr sz="1575" b="0">
                <a:solidFill>
                  <a:srgbClr val="111827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ASGs maintain desired capacity at 1, attach replacements to the target groups, and let the ALB remove unhealthy targets from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B6861-48AB-44A1-8BE5-21E07A64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2025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77395-26D8-4E94-82C9-AD0A1D5AC2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50b1937034378"/>
          <a:stretch xmlns:a="http://schemas.openxmlformats.org/drawingml/2006/main"/>
        </p:blipFill>
        <p:spPr>
          <a:xfrm xmlns:a="http://schemas.openxmlformats.org/drawingml/2006/main">
            <a:off x="1981342" y="4800600"/>
            <a:ext cx="2514317" cy="1066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50AA2-C18B-4433-9DCA-46F07CB0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86EFAC"/>
                </a:solidFill>
              </a:defRPr>
            </a:defPPr>
            <a:lvl1pPr algn="l">
              <a:defRPr sz="1875" b="1">
                <a:solidFill>
                  <a:srgbClr val="86EFAC"/>
                </a:solidFill>
              </a:defRPr>
            </a:lvl1pPr>
            <a:lvl2pPr algn="l">
              <a:defRPr sz="1875" b="1">
                <a:solidFill>
                  <a:srgbClr val="86EFAC"/>
                </a:solidFill>
              </a:defRPr>
            </a:lvl2pPr>
            <a:lvl3pPr algn="l">
              <a:defRPr sz="1875" b="1">
                <a:solidFill>
                  <a:srgbClr val="86EFAC"/>
                </a:solidFill>
              </a:defRPr>
            </a:lvl3pPr>
            <a:lvl4pPr algn="l">
              <a:defRPr sz="1875" b="1">
                <a:solidFill>
                  <a:srgbClr val="86EFAC"/>
                </a:solidFill>
              </a:defRPr>
            </a:lvl4pPr>
            <a:lvl5pPr algn="l">
              <a:defRPr sz="1875" b="1">
                <a:solidFill>
                  <a:srgbClr val="86EFAC"/>
                </a:solidFill>
              </a:defRPr>
            </a:lvl5pPr>
            <a:lvl6pPr algn="l">
              <a:defRPr sz="1875" b="1">
                <a:solidFill>
                  <a:srgbClr val="86EFAC"/>
                </a:solidFill>
              </a:defRPr>
            </a:lvl6pPr>
            <a:lvl7pPr algn="l">
              <a:defRPr sz="1875" b="1">
                <a:solidFill>
                  <a:srgbClr val="86EFAC"/>
                </a:solidFill>
              </a:defRPr>
            </a:lvl7pPr>
            <a:lvl8pPr algn="l">
              <a:defRPr sz="1875" b="1">
                <a:solidFill>
                  <a:srgbClr val="86EFAC"/>
                </a:solidFill>
              </a:defRPr>
            </a:lvl8pPr>
            <a:lvl9pPr algn="l">
              <a:defRPr sz="1875" b="1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6EFAC"/>
                </a:solidFill>
              </a:defRPr>
            </a:pPr>
            <a:r>
              <a:rPr sz="1875" b="1">
                <a:solidFill>
                  <a:srgbClr val="86EFAC"/>
                </a:solidFill>
              </a:rPr>
              <a:t>Cleanup 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7B991-75CE-4206-8B7F-F48A706D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5E7EB"/>
                </a:solidFill>
              </a:defRPr>
            </a:defPPr>
            <a:lvl1pPr algn="l">
              <a:defRPr sz="1275" b="0">
                <a:solidFill>
                  <a:srgbClr val="E5E7EB"/>
                </a:solidFill>
              </a:defRPr>
            </a:lvl1pPr>
            <a:lvl2pPr algn="l">
              <a:defRPr sz="1275" b="0">
                <a:solidFill>
                  <a:srgbClr val="E5E7EB"/>
                </a:solidFill>
              </a:defRPr>
            </a:lvl2pPr>
            <a:lvl3pPr algn="l">
              <a:defRPr sz="1275" b="0">
                <a:solidFill>
                  <a:srgbClr val="E5E7EB"/>
                </a:solidFill>
              </a:defRPr>
            </a:lvl3pPr>
            <a:lvl4pPr algn="l">
              <a:defRPr sz="1275" b="0">
                <a:solidFill>
                  <a:srgbClr val="E5E7EB"/>
                </a:solidFill>
              </a:defRPr>
            </a:lvl4pPr>
            <a:lvl5pPr algn="l">
              <a:defRPr sz="1275" b="0">
                <a:solidFill>
                  <a:srgbClr val="E5E7EB"/>
                </a:solidFill>
              </a:defRPr>
            </a:lvl5pPr>
            <a:lvl6pPr algn="l">
              <a:defRPr sz="1275" b="0">
                <a:solidFill>
                  <a:srgbClr val="E5E7EB"/>
                </a:solidFill>
              </a:defRPr>
            </a:lvl6pPr>
            <a:lvl7pPr algn="l">
              <a:defRPr sz="1275" b="0">
                <a:solidFill>
                  <a:srgbClr val="E5E7EB"/>
                </a:solidFill>
              </a:defRPr>
            </a:lvl7pPr>
            <a:lvl8pPr algn="l">
              <a:defRPr sz="1275" b="0">
                <a:solidFill>
                  <a:srgbClr val="E5E7EB"/>
                </a:solidFill>
              </a:defRPr>
            </a:lvl8pPr>
            <a:lvl9pPr algn="l">
              <a:defRPr sz="1275" b="0">
                <a:solidFill>
                  <a:srgbClr val="E5E7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5E7EB"/>
                </a:solidFill>
              </a:defRPr>
            </a:pPr>
            <a:r>
              <a:rPr sz="1275" b="0">
                <a:solidFill>
                  <a:srgbClr val="E5E7EB"/>
                </a:solidFill>
              </a:rPr>
              <a:t>ASGs, ALB, target groups, security rules, IAM resources, and the S3 bucket were removed in dependency 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3EF10-6F31-4B89-B0FC-F0575CA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4748B"/>
                </a:solidFill>
              </a:defRPr>
            </a:defPPr>
            <a:lvl1pPr algn="l">
              <a:defRPr sz="825" b="0">
                <a:solidFill>
                  <a:srgbClr val="64748B"/>
                </a:solidFill>
              </a:defRPr>
            </a:lvl1pPr>
            <a:lvl2pPr algn="l">
              <a:defRPr sz="825" b="0">
                <a:solidFill>
                  <a:srgbClr val="64748B"/>
                </a:solidFill>
              </a:defRPr>
            </a:lvl2pPr>
            <a:lvl3pPr algn="l">
              <a:defRPr sz="825" b="0">
                <a:solidFill>
                  <a:srgbClr val="64748B"/>
                </a:solidFill>
              </a:defRPr>
            </a:lvl3pPr>
            <a:lvl4pPr algn="l">
              <a:defRPr sz="825" b="0">
                <a:solidFill>
                  <a:srgbClr val="64748B"/>
                </a:solidFill>
              </a:defRPr>
            </a:lvl4pPr>
            <a:lvl5pPr algn="l">
              <a:defRPr sz="825" b="0">
                <a:solidFill>
                  <a:srgbClr val="64748B"/>
                </a:solidFill>
              </a:defRPr>
            </a:lvl5pPr>
            <a:lvl6pPr algn="l">
              <a:defRPr sz="825" b="0">
                <a:solidFill>
                  <a:srgbClr val="64748B"/>
                </a:solidFill>
              </a:defRPr>
            </a:lvl6pPr>
            <a:lvl7pPr algn="l">
              <a:defRPr sz="825" b="0">
                <a:solidFill>
                  <a:srgbClr val="64748B"/>
                </a:solidFill>
              </a:defRPr>
            </a:lvl7pPr>
            <a:lvl8pPr algn="l">
              <a:defRPr sz="825" b="0">
                <a:solidFill>
                  <a:srgbClr val="64748B"/>
                </a:solidFill>
              </a:defRPr>
            </a:lvl8pPr>
            <a:lvl9pPr algn="l">
              <a:defRPr sz="825" b="0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ITMO-444 · Lab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85CE1-1061-4350-8FC1-EDF46579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>
                <a:solidFill>
                  <a:srgbClr val="64748B"/>
                </a:solidFill>
              </a:defRPr>
            </a:defPPr>
            <a:lvl1pPr algn="r">
              <a:defRPr sz="825" b="1">
                <a:solidFill>
                  <a:srgbClr val="64748B"/>
                </a:solidFill>
              </a:defRPr>
            </a:lvl1pPr>
            <a:lvl2pPr algn="r">
              <a:defRPr sz="825" b="1">
                <a:solidFill>
                  <a:srgbClr val="64748B"/>
                </a:solidFill>
              </a:defRPr>
            </a:lvl2pPr>
            <a:lvl3pPr algn="r">
              <a:defRPr sz="825" b="1">
                <a:solidFill>
                  <a:srgbClr val="64748B"/>
                </a:solidFill>
              </a:defRPr>
            </a:lvl3pPr>
            <a:lvl4pPr algn="r">
              <a:defRPr sz="825" b="1">
                <a:solidFill>
                  <a:srgbClr val="64748B"/>
                </a:solidFill>
              </a:defRPr>
            </a:lvl4pPr>
            <a:lvl5pPr algn="r">
              <a:defRPr sz="825" b="1">
                <a:solidFill>
                  <a:srgbClr val="64748B"/>
                </a:solidFill>
              </a:defRPr>
            </a:lvl5pPr>
            <a:lvl6pPr algn="r">
              <a:defRPr sz="825" b="1">
                <a:solidFill>
                  <a:srgbClr val="64748B"/>
                </a:solidFill>
              </a:defRPr>
            </a:lvl6pPr>
            <a:lvl7pPr algn="r">
              <a:defRPr sz="825" b="1">
                <a:solidFill>
                  <a:srgbClr val="64748B"/>
                </a:solidFill>
              </a:defRPr>
            </a:lvl7pPr>
            <a:lvl8pPr algn="r">
              <a:defRPr sz="825" b="1">
                <a:solidFill>
                  <a:srgbClr val="64748B"/>
                </a:solidFill>
              </a:defRPr>
            </a:lvl8pPr>
            <a:lvl9pPr algn="r">
              <a:defRPr sz="825" b="1">
                <a:solidFill>
                  <a:srgbClr val="64748B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6177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2026-10-29T08:06:27.8130000Z</dcterms:created>
  <dcterms:modified xsi:type="dcterms:W3CDTF">2026-10-29T08:06:27.8130000Z</dcterms:modified>
</coreProperties>
</file>